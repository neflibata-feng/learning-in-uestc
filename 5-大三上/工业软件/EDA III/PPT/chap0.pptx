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1"/>
  </p:sldMasterIdLst>
  <p:notesMasterIdLst>
    <p:notesMasterId r:id="rId15"/>
  </p:notesMasterIdLst>
  <p:sldIdLst>
    <p:sldId id="391" r:id="rId2"/>
    <p:sldId id="268" r:id="rId3"/>
    <p:sldId id="392" r:id="rId4"/>
    <p:sldId id="393" r:id="rId5"/>
    <p:sldId id="394" r:id="rId6"/>
    <p:sldId id="395" r:id="rId7"/>
    <p:sldId id="396" r:id="rId8"/>
    <p:sldId id="397" r:id="rId9"/>
    <p:sldId id="398" r:id="rId10"/>
    <p:sldId id="399" r:id="rId11"/>
    <p:sldId id="400" r:id="rId12"/>
    <p:sldId id="401" r:id="rId13"/>
    <p:sldId id="402" r:id="rId14"/>
  </p:sldIdLst>
  <p:sldSz cx="9144000" cy="6858000" type="screen4x3"/>
  <p:notesSz cx="7315200" cy="9601200"/>
  <p:defaultTextStyle>
    <a:defPPr>
      <a:defRPr lang="en-US"/>
    </a:defPPr>
    <a:lvl1pPr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207">
          <p15:clr>
            <a:srgbClr val="A4A3A4"/>
          </p15:clr>
        </p15:guide>
        <p15:guide id="2"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EDD1D1"/>
    <a:srgbClr val="FFD1D1"/>
    <a:srgbClr val="DDDDDD"/>
    <a:srgbClr val="CCCCFF"/>
    <a:srgbClr val="B2B2B2"/>
    <a:srgbClr val="CC0000"/>
    <a:srgbClr val="FFA3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651" autoAdjust="0"/>
  </p:normalViewPr>
  <p:slideViewPr>
    <p:cSldViewPr snapToObjects="1">
      <p:cViewPr varScale="1">
        <p:scale>
          <a:sx n="76" d="100"/>
          <a:sy n="76" d="100"/>
        </p:scale>
        <p:origin x="1467" y="62"/>
      </p:cViewPr>
      <p:guideLst>
        <p:guide orient="horz" pos="1207"/>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l" defTabSz="966788" eaLnBrk="1" hangingPunct="1">
              <a:defRPr sz="1300" smtClean="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smtClean="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5"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zh-CN" noProof="0"/>
              <a:t>Textmasterformate durch Klicken bearbeiten</a:t>
            </a:r>
          </a:p>
          <a:p>
            <a:pPr lvl="1"/>
            <a:r>
              <a:rPr lang="en-US" altLang="zh-CN" noProof="0"/>
              <a:t>Zweite Ebene</a:t>
            </a:r>
          </a:p>
          <a:p>
            <a:pPr lvl="2"/>
            <a:r>
              <a:rPr lang="en-US" altLang="zh-CN" noProof="0"/>
              <a:t>Dritte Ebene</a:t>
            </a:r>
          </a:p>
          <a:p>
            <a:pPr lvl="3"/>
            <a:r>
              <a:rPr lang="en-US" altLang="zh-CN" noProof="0"/>
              <a:t>Vierte Ebene</a:t>
            </a:r>
          </a:p>
          <a:p>
            <a:pPr lvl="4"/>
            <a:r>
              <a:rPr lang="en-US" altLang="zh-CN" noProof="0"/>
              <a:t>Fünfte Ebene</a:t>
            </a:r>
          </a:p>
        </p:txBody>
      </p:sp>
      <p:sp>
        <p:nvSpPr>
          <p:cNvPr id="10246"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l" defTabSz="966788" eaLnBrk="1" hangingPunct="1">
              <a:defRPr sz="1300" smtClean="0">
                <a:ea typeface="宋体" panose="02010600030101010101" pitchFamily="2"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smtClean="0">
                <a:ea typeface="宋体" panose="02010600030101010101" pitchFamily="2" charset="-122"/>
              </a:defRPr>
            </a:lvl1pPr>
          </a:lstStyle>
          <a:p>
            <a:pPr>
              <a:defRPr/>
            </a:pPr>
            <a:fld id="{36F39B67-2B5F-4D93-ABA9-1BFB05F606D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F39B67-2B5F-4D93-ABA9-1BFB05F606D9}" type="slidenum">
              <a:rPr lang="en-US" altLang="zh-CN" smtClean="0"/>
              <a:pPr>
                <a:defRPr/>
              </a:pPr>
              <a:t>8</a:t>
            </a:fld>
            <a:endParaRPr lang="en-US" altLang="zh-CN"/>
          </a:p>
        </p:txBody>
      </p:sp>
    </p:spTree>
    <p:extLst>
      <p:ext uri="{BB962C8B-B14F-4D97-AF65-F5344CB8AC3E}">
        <p14:creationId xmlns:p14="http://schemas.microsoft.com/office/powerpoint/2010/main" val="2023480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F39B67-2B5F-4D93-ABA9-1BFB05F606D9}" type="slidenum">
              <a:rPr lang="en-US" altLang="zh-CN" smtClean="0"/>
              <a:pPr>
                <a:defRPr/>
              </a:pPr>
              <a:t>9</a:t>
            </a:fld>
            <a:endParaRPr lang="en-US" altLang="zh-CN"/>
          </a:p>
        </p:txBody>
      </p:sp>
    </p:spTree>
    <p:extLst>
      <p:ext uri="{BB962C8B-B14F-4D97-AF65-F5344CB8AC3E}">
        <p14:creationId xmlns:p14="http://schemas.microsoft.com/office/powerpoint/2010/main" val="4274203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F39B67-2B5F-4D93-ABA9-1BFB05F606D9}" type="slidenum">
              <a:rPr lang="en-US" altLang="zh-CN" smtClean="0"/>
              <a:pPr>
                <a:defRPr/>
              </a:pPr>
              <a:t>10</a:t>
            </a:fld>
            <a:endParaRPr lang="en-US" altLang="zh-CN"/>
          </a:p>
        </p:txBody>
      </p:sp>
    </p:spTree>
    <p:extLst>
      <p:ext uri="{BB962C8B-B14F-4D97-AF65-F5344CB8AC3E}">
        <p14:creationId xmlns:p14="http://schemas.microsoft.com/office/powerpoint/2010/main" val="3245767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F39B67-2B5F-4D93-ABA9-1BFB05F606D9}" type="slidenum">
              <a:rPr lang="en-US" altLang="zh-CN" smtClean="0"/>
              <a:pPr>
                <a:defRPr/>
              </a:pPr>
              <a:t>11</a:t>
            </a:fld>
            <a:endParaRPr lang="en-US" altLang="zh-CN"/>
          </a:p>
        </p:txBody>
      </p:sp>
    </p:spTree>
    <p:extLst>
      <p:ext uri="{BB962C8B-B14F-4D97-AF65-F5344CB8AC3E}">
        <p14:creationId xmlns:p14="http://schemas.microsoft.com/office/powerpoint/2010/main" val="1736451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F39B67-2B5F-4D93-ABA9-1BFB05F606D9}" type="slidenum">
              <a:rPr lang="en-US" altLang="zh-CN" smtClean="0"/>
              <a:pPr>
                <a:defRPr/>
              </a:pPr>
              <a:t>12</a:t>
            </a:fld>
            <a:endParaRPr lang="en-US" altLang="zh-CN"/>
          </a:p>
        </p:txBody>
      </p:sp>
    </p:spTree>
    <p:extLst>
      <p:ext uri="{BB962C8B-B14F-4D97-AF65-F5344CB8AC3E}">
        <p14:creationId xmlns:p14="http://schemas.microsoft.com/office/powerpoint/2010/main" val="4037774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F39B67-2B5F-4D93-ABA9-1BFB05F606D9}" type="slidenum">
              <a:rPr lang="en-US" altLang="zh-CN" smtClean="0"/>
              <a:pPr>
                <a:defRPr/>
              </a:pPr>
              <a:t>13</a:t>
            </a:fld>
            <a:endParaRPr lang="en-US" altLang="zh-CN"/>
          </a:p>
        </p:txBody>
      </p:sp>
    </p:spTree>
    <p:extLst>
      <p:ext uri="{BB962C8B-B14F-4D97-AF65-F5344CB8AC3E}">
        <p14:creationId xmlns:p14="http://schemas.microsoft.com/office/powerpoint/2010/main" val="836030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1122363"/>
            <a:ext cx="6858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Rectangle 18"/>
          <p:cNvSpPr>
            <a:spLocks noGrp="1" noChangeArrowheads="1"/>
          </p:cNvSpPr>
          <p:nvPr>
            <p:ph type="sldNum" sz="quarter" idx="10"/>
          </p:nvPr>
        </p:nvSpPr>
        <p:spPr>
          <a:ln/>
        </p:spPr>
        <p:txBody>
          <a:bodyPr/>
          <a:lstStyle>
            <a:lvl1pPr>
              <a:defRPr/>
            </a:lvl1pPr>
          </a:lstStyle>
          <a:p>
            <a:pPr>
              <a:defRPr/>
            </a:pPr>
            <a:fld id="{EA063C50-6634-486A-BF2E-CB9A35866DEA}" type="slidenum">
              <a:rPr lang="en-US" altLang="de-DE"/>
              <a:pPr>
                <a:defRPr/>
              </a:pPr>
              <a:t>‹#›</a:t>
            </a:fld>
            <a:endParaRPr lang="en-US" altLang="de-DE"/>
          </a:p>
        </p:txBody>
      </p:sp>
    </p:spTree>
    <p:extLst>
      <p:ext uri="{BB962C8B-B14F-4D97-AF65-F5344CB8AC3E}">
        <p14:creationId xmlns:p14="http://schemas.microsoft.com/office/powerpoint/2010/main" val="37442796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18"/>
          <p:cNvSpPr>
            <a:spLocks noGrp="1" noChangeArrowheads="1"/>
          </p:cNvSpPr>
          <p:nvPr>
            <p:ph type="sldNum" sz="quarter" idx="10"/>
          </p:nvPr>
        </p:nvSpPr>
        <p:spPr>
          <a:ln/>
        </p:spPr>
        <p:txBody>
          <a:bodyPr/>
          <a:lstStyle>
            <a:lvl1pPr>
              <a:defRPr/>
            </a:lvl1pPr>
          </a:lstStyle>
          <a:p>
            <a:pPr>
              <a:defRPr/>
            </a:pPr>
            <a:fld id="{497B4F8E-27C3-435B-A06E-C477B31E2A6D}" type="slidenum">
              <a:rPr lang="en-US" altLang="de-DE"/>
              <a:pPr>
                <a:defRPr/>
              </a:pPr>
              <a:t>‹#›</a:t>
            </a:fld>
            <a:endParaRPr lang="en-US" altLang="de-DE"/>
          </a:p>
        </p:txBody>
      </p:sp>
    </p:spTree>
    <p:extLst>
      <p:ext uri="{BB962C8B-B14F-4D97-AF65-F5344CB8AC3E}">
        <p14:creationId xmlns:p14="http://schemas.microsoft.com/office/powerpoint/2010/main" val="987596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8"/>
            <a:ext cx="78867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de-DE"/>
              <a:t>Formatvorlagen des Textmasters bearbeiten</a:t>
            </a:r>
          </a:p>
        </p:txBody>
      </p:sp>
      <p:sp>
        <p:nvSpPr>
          <p:cNvPr id="4" name="Rectangle 18"/>
          <p:cNvSpPr>
            <a:spLocks noGrp="1" noChangeArrowheads="1"/>
          </p:cNvSpPr>
          <p:nvPr>
            <p:ph type="sldNum" sz="quarter" idx="10"/>
          </p:nvPr>
        </p:nvSpPr>
        <p:spPr>
          <a:ln/>
        </p:spPr>
        <p:txBody>
          <a:bodyPr/>
          <a:lstStyle>
            <a:lvl1pPr>
              <a:defRPr/>
            </a:lvl1pPr>
          </a:lstStyle>
          <a:p>
            <a:pPr>
              <a:defRPr/>
            </a:pPr>
            <a:fld id="{A5784777-8A4D-4FEB-8126-C97054893A91}" type="slidenum">
              <a:rPr lang="en-US" altLang="de-DE"/>
              <a:pPr>
                <a:defRPr/>
              </a:pPr>
              <a:t>‹#›</a:t>
            </a:fld>
            <a:endParaRPr lang="en-US" altLang="de-DE"/>
          </a:p>
        </p:txBody>
      </p:sp>
    </p:spTree>
    <p:extLst>
      <p:ext uri="{BB962C8B-B14F-4D97-AF65-F5344CB8AC3E}">
        <p14:creationId xmlns:p14="http://schemas.microsoft.com/office/powerpoint/2010/main" val="172694368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608013" y="1293813"/>
            <a:ext cx="4019550" cy="4381500"/>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779963" y="1293813"/>
            <a:ext cx="4021137" cy="4381500"/>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18"/>
          <p:cNvSpPr>
            <a:spLocks noGrp="1" noChangeArrowheads="1"/>
          </p:cNvSpPr>
          <p:nvPr>
            <p:ph type="sldNum" sz="quarter" idx="10"/>
          </p:nvPr>
        </p:nvSpPr>
        <p:spPr>
          <a:ln/>
        </p:spPr>
        <p:txBody>
          <a:bodyPr/>
          <a:lstStyle>
            <a:lvl1pPr>
              <a:defRPr/>
            </a:lvl1pPr>
          </a:lstStyle>
          <a:p>
            <a:pPr>
              <a:defRPr/>
            </a:pPr>
            <a:fld id="{6C0815B0-41D8-4276-9F05-00E5E8F9C498}" type="slidenum">
              <a:rPr lang="en-US" altLang="de-DE"/>
              <a:pPr>
                <a:defRPr/>
              </a:pPr>
              <a:t>‹#›</a:t>
            </a:fld>
            <a:endParaRPr lang="en-US" altLang="de-DE"/>
          </a:p>
        </p:txBody>
      </p:sp>
    </p:spTree>
    <p:extLst>
      <p:ext uri="{BB962C8B-B14F-4D97-AF65-F5344CB8AC3E}">
        <p14:creationId xmlns:p14="http://schemas.microsoft.com/office/powerpoint/2010/main" val="5949901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30238" y="365125"/>
            <a:ext cx="7886700" cy="1325563"/>
          </a:xfrm>
        </p:spPr>
        <p:txBody>
          <a:bodyPr/>
          <a:lstStyle/>
          <a:p>
            <a:r>
              <a:rPr lang="de-DE"/>
              <a:t>Titelmasterformat durch Klicken bearbeiten</a:t>
            </a:r>
          </a:p>
        </p:txBody>
      </p:sp>
      <p:sp>
        <p:nvSpPr>
          <p:cNvPr id="3" name="Textplatzhalt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630238" y="2505075"/>
            <a:ext cx="386873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4629150" y="2505075"/>
            <a:ext cx="38877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18"/>
          <p:cNvSpPr>
            <a:spLocks noGrp="1" noChangeArrowheads="1"/>
          </p:cNvSpPr>
          <p:nvPr>
            <p:ph type="sldNum" sz="quarter" idx="10"/>
          </p:nvPr>
        </p:nvSpPr>
        <p:spPr>
          <a:ln/>
        </p:spPr>
        <p:txBody>
          <a:bodyPr/>
          <a:lstStyle>
            <a:lvl1pPr>
              <a:defRPr/>
            </a:lvl1pPr>
          </a:lstStyle>
          <a:p>
            <a:pPr>
              <a:defRPr/>
            </a:pPr>
            <a:fld id="{28A45082-D6A0-4EDE-B26E-42A09110BC09}" type="slidenum">
              <a:rPr lang="en-US" altLang="de-DE"/>
              <a:pPr>
                <a:defRPr/>
              </a:pPr>
              <a:t>‹#›</a:t>
            </a:fld>
            <a:endParaRPr lang="en-US" altLang="de-DE"/>
          </a:p>
        </p:txBody>
      </p:sp>
    </p:spTree>
    <p:extLst>
      <p:ext uri="{BB962C8B-B14F-4D97-AF65-F5344CB8AC3E}">
        <p14:creationId xmlns:p14="http://schemas.microsoft.com/office/powerpoint/2010/main" val="42194600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18"/>
          <p:cNvSpPr>
            <a:spLocks noGrp="1" noChangeArrowheads="1"/>
          </p:cNvSpPr>
          <p:nvPr>
            <p:ph type="sldNum" sz="quarter" idx="10"/>
          </p:nvPr>
        </p:nvSpPr>
        <p:spPr>
          <a:ln/>
        </p:spPr>
        <p:txBody>
          <a:bodyPr/>
          <a:lstStyle>
            <a:lvl1pPr>
              <a:defRPr/>
            </a:lvl1pPr>
          </a:lstStyle>
          <a:p>
            <a:pPr>
              <a:defRPr/>
            </a:pPr>
            <a:fld id="{412BEB94-1751-4AC8-B756-C4CD90706296}" type="slidenum">
              <a:rPr lang="en-US" altLang="de-DE"/>
              <a:pPr>
                <a:defRPr/>
              </a:pPr>
              <a:t>‹#›</a:t>
            </a:fld>
            <a:endParaRPr lang="en-US" altLang="de-DE"/>
          </a:p>
        </p:txBody>
      </p:sp>
    </p:spTree>
    <p:extLst>
      <p:ext uri="{BB962C8B-B14F-4D97-AF65-F5344CB8AC3E}">
        <p14:creationId xmlns:p14="http://schemas.microsoft.com/office/powerpoint/2010/main" val="231263873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18"/>
          <p:cNvSpPr>
            <a:spLocks noGrp="1" noChangeArrowheads="1"/>
          </p:cNvSpPr>
          <p:nvPr>
            <p:ph type="sldNum" sz="quarter" idx="10"/>
          </p:nvPr>
        </p:nvSpPr>
        <p:spPr>
          <a:ln/>
        </p:spPr>
        <p:txBody>
          <a:bodyPr/>
          <a:lstStyle>
            <a:lvl1pPr>
              <a:defRPr/>
            </a:lvl1pPr>
          </a:lstStyle>
          <a:p>
            <a:pPr>
              <a:defRPr/>
            </a:pPr>
            <a:fld id="{1F2E20CE-2F3A-4B34-BB18-3C376B932575}" type="slidenum">
              <a:rPr lang="en-US" altLang="de-DE"/>
              <a:pPr>
                <a:defRPr/>
              </a:pPr>
              <a:t>‹#›</a:t>
            </a:fld>
            <a:endParaRPr lang="en-US" altLang="de-DE"/>
          </a:p>
        </p:txBody>
      </p:sp>
    </p:spTree>
    <p:extLst>
      <p:ext uri="{BB962C8B-B14F-4D97-AF65-F5344CB8AC3E}">
        <p14:creationId xmlns:p14="http://schemas.microsoft.com/office/powerpoint/2010/main" val="218791505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457200"/>
            <a:ext cx="2949575"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Rectangle 18"/>
          <p:cNvSpPr>
            <a:spLocks noGrp="1" noChangeArrowheads="1"/>
          </p:cNvSpPr>
          <p:nvPr>
            <p:ph type="sldNum" sz="quarter" idx="10"/>
          </p:nvPr>
        </p:nvSpPr>
        <p:spPr>
          <a:ln/>
        </p:spPr>
        <p:txBody>
          <a:bodyPr/>
          <a:lstStyle>
            <a:lvl1pPr>
              <a:defRPr/>
            </a:lvl1pPr>
          </a:lstStyle>
          <a:p>
            <a:pPr>
              <a:defRPr/>
            </a:pPr>
            <a:fld id="{01CDA39E-F170-4BAD-9918-F21DB4FDCFB7}" type="slidenum">
              <a:rPr lang="en-US" altLang="de-DE"/>
              <a:pPr>
                <a:defRPr/>
              </a:pPr>
              <a:t>‹#›</a:t>
            </a:fld>
            <a:endParaRPr lang="en-US" altLang="de-DE"/>
          </a:p>
        </p:txBody>
      </p:sp>
    </p:spTree>
    <p:extLst>
      <p:ext uri="{BB962C8B-B14F-4D97-AF65-F5344CB8AC3E}">
        <p14:creationId xmlns:p14="http://schemas.microsoft.com/office/powerpoint/2010/main" val="389979270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457200"/>
            <a:ext cx="2949575"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sym typeface="Symbol" panose="05050102010706020507" pitchFamily="18" charset="2"/>
            </a:endParaRPr>
          </a:p>
        </p:txBody>
      </p:sp>
      <p:sp>
        <p:nvSpPr>
          <p:cNvPr id="4" name="Textplatzhalt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Rectangle 18"/>
          <p:cNvSpPr>
            <a:spLocks noGrp="1" noChangeArrowheads="1"/>
          </p:cNvSpPr>
          <p:nvPr>
            <p:ph type="sldNum" sz="quarter" idx="10"/>
          </p:nvPr>
        </p:nvSpPr>
        <p:spPr>
          <a:ln/>
        </p:spPr>
        <p:txBody>
          <a:bodyPr/>
          <a:lstStyle>
            <a:lvl1pPr>
              <a:defRPr/>
            </a:lvl1pPr>
          </a:lstStyle>
          <a:p>
            <a:pPr>
              <a:defRPr/>
            </a:pPr>
            <a:fld id="{5506809E-87A5-41D4-8FFA-EA1CFCFF2674}" type="slidenum">
              <a:rPr lang="en-US" altLang="de-DE"/>
              <a:pPr>
                <a:defRPr/>
              </a:pPr>
              <a:t>‹#›</a:t>
            </a:fld>
            <a:endParaRPr lang="en-US" altLang="de-DE"/>
          </a:p>
        </p:txBody>
      </p:sp>
    </p:spTree>
    <p:extLst>
      <p:ext uri="{BB962C8B-B14F-4D97-AF65-F5344CB8AC3E}">
        <p14:creationId xmlns:p14="http://schemas.microsoft.com/office/powerpoint/2010/main" val="119425815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18"/>
          <p:cNvSpPr>
            <a:spLocks noGrp="1" noChangeArrowheads="1"/>
          </p:cNvSpPr>
          <p:nvPr>
            <p:ph type="sldNum" sz="quarter" idx="10"/>
          </p:nvPr>
        </p:nvSpPr>
        <p:spPr>
          <a:ln/>
        </p:spPr>
        <p:txBody>
          <a:bodyPr/>
          <a:lstStyle>
            <a:lvl1pPr>
              <a:defRPr/>
            </a:lvl1pPr>
          </a:lstStyle>
          <a:p>
            <a:pPr>
              <a:defRPr/>
            </a:pPr>
            <a:fld id="{B93D72B5-66BE-4D03-A5F5-4644F753BA6A}" type="slidenum">
              <a:rPr lang="en-US" altLang="de-DE"/>
              <a:pPr>
                <a:defRPr/>
              </a:pPr>
              <a:t>‹#›</a:t>
            </a:fld>
            <a:endParaRPr lang="en-US" altLang="de-DE"/>
          </a:p>
        </p:txBody>
      </p:sp>
    </p:spTree>
    <p:extLst>
      <p:ext uri="{BB962C8B-B14F-4D97-AF65-F5344CB8AC3E}">
        <p14:creationId xmlns:p14="http://schemas.microsoft.com/office/powerpoint/2010/main" val="161665009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011988" y="0"/>
            <a:ext cx="2133600" cy="5675313"/>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08013" y="0"/>
            <a:ext cx="6251575" cy="5675313"/>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18"/>
          <p:cNvSpPr>
            <a:spLocks noGrp="1" noChangeArrowheads="1"/>
          </p:cNvSpPr>
          <p:nvPr>
            <p:ph type="sldNum" sz="quarter" idx="10"/>
          </p:nvPr>
        </p:nvSpPr>
        <p:spPr>
          <a:ln/>
        </p:spPr>
        <p:txBody>
          <a:bodyPr/>
          <a:lstStyle>
            <a:lvl1pPr>
              <a:defRPr/>
            </a:lvl1pPr>
          </a:lstStyle>
          <a:p>
            <a:pPr>
              <a:defRPr/>
            </a:pPr>
            <a:fld id="{C1FB7C73-833F-437A-9196-36A95C5C1C4E}" type="slidenum">
              <a:rPr lang="en-US" altLang="de-DE"/>
              <a:pPr>
                <a:defRPr/>
              </a:pPr>
              <a:t>‹#›</a:t>
            </a:fld>
            <a:endParaRPr lang="en-US" altLang="de-DE"/>
          </a:p>
        </p:txBody>
      </p:sp>
    </p:spTree>
    <p:extLst>
      <p:ext uri="{BB962C8B-B14F-4D97-AF65-F5344CB8AC3E}">
        <p14:creationId xmlns:p14="http://schemas.microsoft.com/office/powerpoint/2010/main" val="248885427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898" name="Rectangle 2"/>
          <p:cNvSpPr>
            <a:spLocks noChangeArrowheads="1"/>
          </p:cNvSpPr>
          <p:nvPr/>
        </p:nvSpPr>
        <p:spPr bwMode="auto">
          <a:xfrm>
            <a:off x="0" y="762000"/>
            <a:ext cx="9140825" cy="6096000"/>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877" tIns="44939" rIns="89877" bIns="44939" anchor="ctr"/>
          <a:lstStyle>
            <a:lvl1pPr algn="l" defTabSz="898525">
              <a:defRPr>
                <a:solidFill>
                  <a:schemeClr val="tx1"/>
                </a:solidFill>
                <a:latin typeface="Arial" panose="020B0604020202020204" pitchFamily="34" charset="0"/>
              </a:defRPr>
            </a:lvl1pPr>
            <a:lvl2pPr marL="449263" algn="l" defTabSz="898525">
              <a:defRPr>
                <a:solidFill>
                  <a:schemeClr val="tx1"/>
                </a:solidFill>
                <a:latin typeface="Arial" panose="020B0604020202020204" pitchFamily="34" charset="0"/>
              </a:defRPr>
            </a:lvl2pPr>
            <a:lvl3pPr marL="898525" algn="l" defTabSz="898525">
              <a:defRPr>
                <a:solidFill>
                  <a:schemeClr val="tx1"/>
                </a:solidFill>
                <a:latin typeface="Arial" panose="020B0604020202020204" pitchFamily="34" charset="0"/>
              </a:defRPr>
            </a:lvl3pPr>
            <a:lvl4pPr marL="1347788" algn="l" defTabSz="898525">
              <a:defRPr>
                <a:solidFill>
                  <a:schemeClr val="tx1"/>
                </a:solidFill>
                <a:latin typeface="Arial" panose="020B0604020202020204" pitchFamily="34" charset="0"/>
              </a:defRPr>
            </a:lvl4pPr>
            <a:lvl5pPr marL="1798638" algn="l" defTabSz="898525">
              <a:defRPr>
                <a:solidFill>
                  <a:schemeClr val="tx1"/>
                </a:solidFill>
                <a:latin typeface="Arial" panose="020B0604020202020204" pitchFamily="34" charset="0"/>
              </a:defRPr>
            </a:lvl5pPr>
            <a:lvl6pPr marL="2255838" defTabSz="898525" fontAlgn="base">
              <a:spcBef>
                <a:spcPct val="0"/>
              </a:spcBef>
              <a:spcAft>
                <a:spcPct val="0"/>
              </a:spcAft>
              <a:defRPr>
                <a:solidFill>
                  <a:schemeClr val="tx1"/>
                </a:solidFill>
                <a:latin typeface="Arial" panose="020B0604020202020204" pitchFamily="34" charset="0"/>
              </a:defRPr>
            </a:lvl6pPr>
            <a:lvl7pPr marL="2713038" defTabSz="898525" fontAlgn="base">
              <a:spcBef>
                <a:spcPct val="0"/>
              </a:spcBef>
              <a:spcAft>
                <a:spcPct val="0"/>
              </a:spcAft>
              <a:defRPr>
                <a:solidFill>
                  <a:schemeClr val="tx1"/>
                </a:solidFill>
                <a:latin typeface="Arial" panose="020B0604020202020204" pitchFamily="34" charset="0"/>
              </a:defRPr>
            </a:lvl7pPr>
            <a:lvl8pPr marL="3170238" defTabSz="898525" fontAlgn="base">
              <a:spcBef>
                <a:spcPct val="0"/>
              </a:spcBef>
              <a:spcAft>
                <a:spcPct val="0"/>
              </a:spcAft>
              <a:defRPr>
                <a:solidFill>
                  <a:schemeClr val="tx1"/>
                </a:solidFill>
                <a:latin typeface="Arial" panose="020B0604020202020204" pitchFamily="34" charset="0"/>
              </a:defRPr>
            </a:lvl8pPr>
            <a:lvl9pPr marL="3627438" defTabSz="898525" fontAlgn="base">
              <a:spcBef>
                <a:spcPct val="0"/>
              </a:spcBef>
              <a:spcAft>
                <a:spcPct val="0"/>
              </a:spcAft>
              <a:defRPr>
                <a:solidFill>
                  <a:schemeClr val="tx1"/>
                </a:solidFill>
                <a:latin typeface="Arial" panose="020B0604020202020204" pitchFamily="34" charset="0"/>
              </a:defRPr>
            </a:lvl9pPr>
          </a:lstStyle>
          <a:p>
            <a:pPr algn="ctr">
              <a:defRPr/>
            </a:pPr>
            <a:endParaRPr lang="de-DE" altLang="de-DE">
              <a:latin typeface="Times" panose="02020603050405020304" pitchFamily="18" charset="0"/>
            </a:endParaRPr>
          </a:p>
        </p:txBody>
      </p:sp>
      <p:sp>
        <p:nvSpPr>
          <p:cNvPr id="208900" name="Rectangle 4"/>
          <p:cNvSpPr>
            <a:spLocks noGrp="1" noChangeArrowheads="1"/>
          </p:cNvSpPr>
          <p:nvPr>
            <p:ph type="body" idx="1"/>
          </p:nvPr>
        </p:nvSpPr>
        <p:spPr bwMode="auto">
          <a:xfrm>
            <a:off x="608013" y="1293813"/>
            <a:ext cx="8193087"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44939" numCol="1" anchor="t" anchorCtr="0" compatLnSpc="1">
            <a:prstTxWarp prst="textNoShape">
              <a:avLst/>
            </a:prstTxWarp>
          </a:bodyPr>
          <a:lstStyle/>
          <a:p>
            <a:pPr lvl="0"/>
            <a:r>
              <a:rPr lang="en-US" altLang="de-DE">
                <a:sym typeface="Symbol" panose="05050102010706020507" pitchFamily="18" charset="2"/>
              </a:rPr>
              <a:t>	Mastertextformat bearbeiten</a:t>
            </a:r>
          </a:p>
          <a:p>
            <a:pPr lvl="1"/>
            <a:r>
              <a:rPr lang="en-US" altLang="de-DE">
                <a:sym typeface="Symbol" panose="05050102010706020507" pitchFamily="18" charset="2"/>
              </a:rPr>
              <a:t>	Zweite Ebene</a:t>
            </a:r>
          </a:p>
          <a:p>
            <a:pPr lvl="2"/>
            <a:r>
              <a:rPr lang="en-US" altLang="de-DE">
                <a:sym typeface="Symbol" panose="05050102010706020507" pitchFamily="18" charset="2"/>
              </a:rPr>
              <a:t>	Dritte Ebene</a:t>
            </a:r>
          </a:p>
          <a:p>
            <a:pPr lvl="3"/>
            <a:r>
              <a:rPr lang="en-US" altLang="de-DE">
                <a:sym typeface="Symbol" panose="05050102010706020507" pitchFamily="18" charset="2"/>
              </a:rPr>
              <a:t>Vierte Ebene</a:t>
            </a:r>
          </a:p>
          <a:p>
            <a:pPr lvl="4"/>
            <a:r>
              <a:rPr lang="en-US" altLang="de-DE">
                <a:sym typeface="Symbol" panose="05050102010706020507" pitchFamily="18" charset="2"/>
              </a:rPr>
              <a:t>Fünfte Ebene</a:t>
            </a:r>
          </a:p>
        </p:txBody>
      </p:sp>
      <p:sp>
        <p:nvSpPr>
          <p:cNvPr id="1028" name="Rectangle 6"/>
          <p:cNvSpPr>
            <a:spLocks noGrp="1" noChangeArrowheads="1"/>
          </p:cNvSpPr>
          <p:nvPr>
            <p:ph type="title"/>
          </p:nvPr>
        </p:nvSpPr>
        <p:spPr bwMode="auto">
          <a:xfrm>
            <a:off x="841375" y="0"/>
            <a:ext cx="8304213" cy="762000"/>
          </a:xfrm>
          <a:prstGeom prst="rect">
            <a:avLst/>
          </a:prstGeom>
          <a:gradFill rotWithShape="1">
            <a:gsLst>
              <a:gs pos="0">
                <a:srgbClr val="0C325C"/>
              </a:gs>
              <a:gs pos="100000">
                <a:srgbClr val="CC0000">
                  <a:alpha val="67998"/>
                </a:srgbClr>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67941" numCol="1" anchor="ctr" anchorCtr="0" compatLnSpc="1">
            <a:prstTxWarp prst="textNoShape">
              <a:avLst/>
            </a:prstTxWarp>
          </a:bodyPr>
          <a:lstStyle/>
          <a:p>
            <a:pPr lvl="0"/>
            <a:r>
              <a:rPr lang="en-US" altLang="de-DE"/>
              <a:t>Mastertitelformat bearbeiten</a:t>
            </a:r>
          </a:p>
        </p:txBody>
      </p:sp>
      <p:sp>
        <p:nvSpPr>
          <p:cNvPr id="208914" name="Rectangle 18"/>
          <p:cNvSpPr>
            <a:spLocks noGrp="1" noChangeArrowheads="1"/>
          </p:cNvSpPr>
          <p:nvPr>
            <p:ph type="sldNum" sz="quarter" idx="4"/>
          </p:nvPr>
        </p:nvSpPr>
        <p:spPr bwMode="auto">
          <a:xfrm>
            <a:off x="7910513" y="6473825"/>
            <a:ext cx="1081087" cy="280988"/>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882" tIns="50941" rIns="101882" bIns="50941" numCol="1" anchor="t" anchorCtr="0" compatLnSpc="1">
            <a:prstTxWarp prst="textNoShape">
              <a:avLst/>
            </a:prstTxWarp>
          </a:bodyPr>
          <a:lstStyle>
            <a:lvl1pPr algn="r" defTabSz="1019175">
              <a:defRPr sz="1000" smtClean="0">
                <a:solidFill>
                  <a:srgbClr val="C0C0C0"/>
                </a:solidFill>
              </a:defRPr>
            </a:lvl1pPr>
          </a:lstStyle>
          <a:p>
            <a:pPr>
              <a:defRPr/>
            </a:pPr>
            <a:fld id="{2D6868ED-F1B0-4549-B9D2-0D0CBF7D8D59}" type="slidenum">
              <a:rPr lang="en-US" altLang="de-DE"/>
              <a:pPr>
                <a:defRPr/>
              </a:pPr>
              <a:t>‹#›</a:t>
            </a:fld>
            <a:endParaRPr lang="en-US" altLang="de-DE"/>
          </a:p>
        </p:txBody>
      </p:sp>
      <p:graphicFrame>
        <p:nvGraphicFramePr>
          <p:cNvPr id="1030" name="Object 19"/>
          <p:cNvGraphicFramePr>
            <a:graphicFrameLocks noChangeAspect="1"/>
          </p:cNvGraphicFramePr>
          <p:nvPr userDrawn="1"/>
        </p:nvGraphicFramePr>
        <p:xfrm>
          <a:off x="0" y="0"/>
          <a:ext cx="841375" cy="755650"/>
        </p:xfrm>
        <a:graphic>
          <a:graphicData uri="http://schemas.openxmlformats.org/presentationml/2006/ole">
            <mc:AlternateContent xmlns:mc="http://schemas.openxmlformats.org/markup-compatibility/2006">
              <mc:Choice xmlns:v="urn:schemas-microsoft-com:vml" Requires="v">
                <p:oleObj spid="_x0000_s1039" name="Photo Editor-Foto" r:id="rId14" imgW="933580" imgH="971686" progId="MSPhotoEd.3">
                  <p:embed/>
                </p:oleObj>
              </mc:Choice>
              <mc:Fallback>
                <p:oleObj name="Photo Editor-Foto" r:id="rId14" imgW="933580" imgH="971686" progId="MSPhotoEd.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413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8916" name="Text Box 20"/>
          <p:cNvSpPr txBox="1">
            <a:spLocks noChangeArrowheads="1"/>
          </p:cNvSpPr>
          <p:nvPr userDrawn="1"/>
        </p:nvSpPr>
        <p:spPr bwMode="auto">
          <a:xfrm rot="16200000">
            <a:off x="8701088" y="939800"/>
            <a:ext cx="368300" cy="146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lstStyle>
            <a:lvl1pPr algn="l" defTabSz="898525">
              <a:defRPr>
                <a:solidFill>
                  <a:schemeClr val="tx1"/>
                </a:solidFill>
                <a:latin typeface="Arial" panose="020B0604020202020204" pitchFamily="34" charset="0"/>
              </a:defRPr>
            </a:lvl1pPr>
            <a:lvl2pPr algn="l" defTabSz="898525">
              <a:defRPr>
                <a:solidFill>
                  <a:schemeClr val="tx1"/>
                </a:solidFill>
                <a:latin typeface="Arial" panose="020B0604020202020204" pitchFamily="34" charset="0"/>
              </a:defRPr>
            </a:lvl2pPr>
            <a:lvl3pPr algn="l" defTabSz="898525">
              <a:defRPr>
                <a:solidFill>
                  <a:schemeClr val="tx1"/>
                </a:solidFill>
                <a:latin typeface="Arial" panose="020B0604020202020204" pitchFamily="34" charset="0"/>
              </a:defRPr>
            </a:lvl3pPr>
            <a:lvl4pPr algn="l" defTabSz="898525">
              <a:defRPr>
                <a:solidFill>
                  <a:schemeClr val="tx1"/>
                </a:solidFill>
                <a:latin typeface="Arial" panose="020B0604020202020204" pitchFamily="34" charset="0"/>
              </a:defRPr>
            </a:lvl4pPr>
            <a:lvl5pPr algn="l" defTabSz="898525">
              <a:defRPr>
                <a:solidFill>
                  <a:schemeClr val="tx1"/>
                </a:solidFill>
                <a:latin typeface="Arial" panose="020B0604020202020204" pitchFamily="34" charset="0"/>
              </a:defRPr>
            </a:lvl5pPr>
            <a:lvl6pPr defTabSz="898525" fontAlgn="base">
              <a:spcBef>
                <a:spcPct val="0"/>
              </a:spcBef>
              <a:spcAft>
                <a:spcPct val="0"/>
              </a:spcAft>
              <a:defRPr>
                <a:solidFill>
                  <a:schemeClr val="tx1"/>
                </a:solidFill>
                <a:latin typeface="Arial" panose="020B0604020202020204" pitchFamily="34" charset="0"/>
              </a:defRPr>
            </a:lvl6pPr>
            <a:lvl7pPr defTabSz="898525" fontAlgn="base">
              <a:spcBef>
                <a:spcPct val="0"/>
              </a:spcBef>
              <a:spcAft>
                <a:spcPct val="0"/>
              </a:spcAft>
              <a:defRPr>
                <a:solidFill>
                  <a:schemeClr val="tx1"/>
                </a:solidFill>
                <a:latin typeface="Arial" panose="020B0604020202020204" pitchFamily="34" charset="0"/>
              </a:defRPr>
            </a:lvl7pPr>
            <a:lvl8pPr defTabSz="898525" fontAlgn="base">
              <a:spcBef>
                <a:spcPct val="0"/>
              </a:spcBef>
              <a:spcAft>
                <a:spcPct val="0"/>
              </a:spcAft>
              <a:defRPr>
                <a:solidFill>
                  <a:schemeClr val="tx1"/>
                </a:solidFill>
                <a:latin typeface="Arial" panose="020B0604020202020204" pitchFamily="34" charset="0"/>
              </a:defRPr>
            </a:lvl8pPr>
            <a:lvl9pPr defTabSz="898525" fontAlgn="base">
              <a:spcBef>
                <a:spcPct val="0"/>
              </a:spcBef>
              <a:spcAft>
                <a:spcPct val="0"/>
              </a:spcAft>
              <a:defRPr>
                <a:solidFill>
                  <a:schemeClr val="tx1"/>
                </a:solidFill>
                <a:latin typeface="Arial" panose="020B0604020202020204" pitchFamily="34" charset="0"/>
              </a:defRPr>
            </a:lvl9pPr>
          </a:lstStyle>
          <a:p>
            <a:pPr algn="ctr">
              <a:defRPr/>
            </a:pPr>
            <a:r>
              <a:rPr lang="de-DE" altLang="de-DE" sz="400">
                <a:solidFill>
                  <a:srgbClr val="EDEDED"/>
                </a:solidFill>
              </a:rPr>
              <a:t>© KLMH</a:t>
            </a:r>
            <a:endParaRPr lang="en-US" altLang="zh-CN">
              <a:solidFill>
                <a:srgbClr val="EDEDED"/>
              </a:solidFill>
              <a:ea typeface="宋体" panose="02010600030101010101" pitchFamily="2" charset="-122"/>
            </a:endParaRPr>
          </a:p>
        </p:txBody>
      </p:sp>
      <p:sp>
        <p:nvSpPr>
          <p:cNvPr id="208917" name="Text Box 21"/>
          <p:cNvSpPr txBox="1">
            <a:spLocks noChangeArrowheads="1"/>
          </p:cNvSpPr>
          <p:nvPr userDrawn="1"/>
        </p:nvSpPr>
        <p:spPr bwMode="auto">
          <a:xfrm rot="16200000">
            <a:off x="8888413" y="6584950"/>
            <a:ext cx="368300" cy="146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lstStyle>
            <a:lvl1pPr algn="l" defTabSz="898525">
              <a:defRPr>
                <a:solidFill>
                  <a:schemeClr val="tx1"/>
                </a:solidFill>
                <a:latin typeface="Arial" panose="020B0604020202020204" pitchFamily="34" charset="0"/>
              </a:defRPr>
            </a:lvl1pPr>
            <a:lvl2pPr algn="l" defTabSz="898525">
              <a:defRPr>
                <a:solidFill>
                  <a:schemeClr val="tx1"/>
                </a:solidFill>
                <a:latin typeface="Arial" panose="020B0604020202020204" pitchFamily="34" charset="0"/>
              </a:defRPr>
            </a:lvl2pPr>
            <a:lvl3pPr algn="l" defTabSz="898525">
              <a:defRPr>
                <a:solidFill>
                  <a:schemeClr val="tx1"/>
                </a:solidFill>
                <a:latin typeface="Arial" panose="020B0604020202020204" pitchFamily="34" charset="0"/>
              </a:defRPr>
            </a:lvl3pPr>
            <a:lvl4pPr algn="l" defTabSz="898525">
              <a:defRPr>
                <a:solidFill>
                  <a:schemeClr val="tx1"/>
                </a:solidFill>
                <a:latin typeface="Arial" panose="020B0604020202020204" pitchFamily="34" charset="0"/>
              </a:defRPr>
            </a:lvl4pPr>
            <a:lvl5pPr algn="l" defTabSz="898525">
              <a:defRPr>
                <a:solidFill>
                  <a:schemeClr val="tx1"/>
                </a:solidFill>
                <a:latin typeface="Arial" panose="020B0604020202020204" pitchFamily="34" charset="0"/>
              </a:defRPr>
            </a:lvl5pPr>
            <a:lvl6pPr defTabSz="898525" fontAlgn="base">
              <a:spcBef>
                <a:spcPct val="0"/>
              </a:spcBef>
              <a:spcAft>
                <a:spcPct val="0"/>
              </a:spcAft>
              <a:defRPr>
                <a:solidFill>
                  <a:schemeClr val="tx1"/>
                </a:solidFill>
                <a:latin typeface="Arial" panose="020B0604020202020204" pitchFamily="34" charset="0"/>
              </a:defRPr>
            </a:lvl6pPr>
            <a:lvl7pPr defTabSz="898525" fontAlgn="base">
              <a:spcBef>
                <a:spcPct val="0"/>
              </a:spcBef>
              <a:spcAft>
                <a:spcPct val="0"/>
              </a:spcAft>
              <a:defRPr>
                <a:solidFill>
                  <a:schemeClr val="tx1"/>
                </a:solidFill>
                <a:latin typeface="Arial" panose="020B0604020202020204" pitchFamily="34" charset="0"/>
              </a:defRPr>
            </a:lvl7pPr>
            <a:lvl8pPr defTabSz="898525" fontAlgn="base">
              <a:spcBef>
                <a:spcPct val="0"/>
              </a:spcBef>
              <a:spcAft>
                <a:spcPct val="0"/>
              </a:spcAft>
              <a:defRPr>
                <a:solidFill>
                  <a:schemeClr val="tx1"/>
                </a:solidFill>
                <a:latin typeface="Arial" panose="020B0604020202020204" pitchFamily="34" charset="0"/>
              </a:defRPr>
            </a:lvl8pPr>
            <a:lvl9pPr defTabSz="898525" fontAlgn="base">
              <a:spcBef>
                <a:spcPct val="0"/>
              </a:spcBef>
              <a:spcAft>
                <a:spcPct val="0"/>
              </a:spcAft>
              <a:defRPr>
                <a:solidFill>
                  <a:schemeClr val="tx1"/>
                </a:solidFill>
                <a:latin typeface="Arial" panose="020B0604020202020204" pitchFamily="34" charset="0"/>
              </a:defRPr>
            </a:lvl9pPr>
          </a:lstStyle>
          <a:p>
            <a:pPr algn="ctr">
              <a:defRPr/>
            </a:pPr>
            <a:r>
              <a:rPr lang="de-DE" altLang="de-DE" sz="400">
                <a:solidFill>
                  <a:srgbClr val="EDEDED"/>
                </a:solidFill>
              </a:rPr>
              <a:t>Lienig</a:t>
            </a:r>
            <a:endParaRPr lang="en-US" altLang="zh-CN">
              <a:solidFill>
                <a:srgbClr val="EDEDED"/>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8900">
                                            <p:txEl>
                                              <p:pRg st="0" end="0"/>
                                            </p:txEl>
                                          </p:spTgt>
                                        </p:tgtEl>
                                        <p:attrNameLst>
                                          <p:attrName>style.visibility</p:attrName>
                                        </p:attrNameLst>
                                      </p:cBhvr>
                                      <p:to>
                                        <p:strVal val="visible"/>
                                      </p:to>
                                    </p:set>
                                    <p:animEffect transition="in" filter="dissolve">
                                      <p:cBhvr>
                                        <p:cTn id="7" dur="500"/>
                                        <p:tgtEl>
                                          <p:spTgt spid="20890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8900">
                                            <p:txEl>
                                              <p:pRg st="1" end="1"/>
                                            </p:txEl>
                                          </p:spTgt>
                                        </p:tgtEl>
                                        <p:attrNameLst>
                                          <p:attrName>style.visibility</p:attrName>
                                        </p:attrNameLst>
                                      </p:cBhvr>
                                      <p:to>
                                        <p:strVal val="visible"/>
                                      </p:to>
                                    </p:set>
                                    <p:animEffect transition="in" filter="dissolve">
                                      <p:cBhvr>
                                        <p:cTn id="12" dur="500"/>
                                        <p:tgtEl>
                                          <p:spTgt spid="20890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8900">
                                            <p:txEl>
                                              <p:pRg st="2" end="2"/>
                                            </p:txEl>
                                          </p:spTgt>
                                        </p:tgtEl>
                                        <p:attrNameLst>
                                          <p:attrName>style.visibility</p:attrName>
                                        </p:attrNameLst>
                                      </p:cBhvr>
                                      <p:to>
                                        <p:strVal val="visible"/>
                                      </p:to>
                                    </p:set>
                                    <p:animEffect transition="in" filter="dissolve">
                                      <p:cBhvr>
                                        <p:cTn id="17" dur="500"/>
                                        <p:tgtEl>
                                          <p:spTgt spid="20890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8900">
                                            <p:txEl>
                                              <p:pRg st="3" end="3"/>
                                            </p:txEl>
                                          </p:spTgt>
                                        </p:tgtEl>
                                        <p:attrNameLst>
                                          <p:attrName>style.visibility</p:attrName>
                                        </p:attrNameLst>
                                      </p:cBhvr>
                                      <p:to>
                                        <p:strVal val="visible"/>
                                      </p:to>
                                    </p:set>
                                    <p:animEffect transition="in" filter="dissolve">
                                      <p:cBhvr>
                                        <p:cTn id="22" dur="500"/>
                                        <p:tgtEl>
                                          <p:spTgt spid="20890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8900">
                                            <p:txEl>
                                              <p:pRg st="4" end="4"/>
                                            </p:txEl>
                                          </p:spTgt>
                                        </p:tgtEl>
                                        <p:attrNameLst>
                                          <p:attrName>style.visibility</p:attrName>
                                        </p:attrNameLst>
                                      </p:cBhvr>
                                      <p:to>
                                        <p:strVal val="visible"/>
                                      </p:to>
                                    </p:set>
                                    <p:animEffect transition="in" filter="dissolve">
                                      <p:cBhvr>
                                        <p:cTn id="27" dur="500"/>
                                        <p:tgtEl>
                                          <p:spTgt spid="2089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build="p">
        <p:tmplLst>
          <p:tmpl lvl="1">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2">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3">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4">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5">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Lst>
      </p:bldP>
    </p:bldLst>
  </p:timing>
  <p:hf hdr="0" ftr="0" dt="0"/>
  <p:txStyles>
    <p:titleStyle>
      <a:lvl1pPr algn="l" defTabSz="898525" rtl="0" eaLnBrk="0" fontAlgn="base" hangingPunct="0">
        <a:lnSpc>
          <a:spcPts val="2350"/>
        </a:lnSpc>
        <a:spcBef>
          <a:spcPct val="0"/>
        </a:spcBef>
        <a:spcAft>
          <a:spcPct val="0"/>
        </a:spcAft>
        <a:defRPr b="1" kern="1200">
          <a:solidFill>
            <a:schemeClr val="bg1"/>
          </a:solidFill>
          <a:latin typeface="+mj-lt"/>
          <a:ea typeface="+mj-ea"/>
          <a:cs typeface="+mj-cs"/>
        </a:defRPr>
      </a:lvl1pPr>
      <a:lvl2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2pPr>
      <a:lvl3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3pPr>
      <a:lvl4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4pPr>
      <a:lvl5pPr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5pPr>
      <a:lvl6pPr marL="4572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6pPr>
      <a:lvl7pPr marL="9144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7pPr>
      <a:lvl8pPr marL="13716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8pPr>
      <a:lvl9pPr marL="1828800" algn="l" defTabSz="898525" rtl="0" eaLnBrk="0" fontAlgn="base" hangingPunct="0">
        <a:lnSpc>
          <a:spcPts val="2350"/>
        </a:lnSpc>
        <a:spcBef>
          <a:spcPct val="0"/>
        </a:spcBef>
        <a:spcAft>
          <a:spcPct val="0"/>
        </a:spcAft>
        <a:defRPr b="1">
          <a:solidFill>
            <a:schemeClr val="bg1"/>
          </a:solidFill>
          <a:latin typeface="Arial" panose="020B0604020202020204" pitchFamily="34" charset="0"/>
        </a:defRPr>
      </a:lvl9pPr>
    </p:titleStyle>
    <p:bodyStyle>
      <a:lvl1pPr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700" kern="1200">
          <a:solidFill>
            <a:schemeClr val="tx1"/>
          </a:solidFill>
          <a:latin typeface="+mn-lt"/>
          <a:ea typeface="+mn-ea"/>
          <a:cs typeface="+mn-cs"/>
          <a:sym typeface="Symbol" panose="05050102010706020507" pitchFamily="18" charset="2"/>
        </a:defRPr>
      </a:lvl1pPr>
      <a:lvl2pPr marL="301625"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600" kern="1200">
          <a:solidFill>
            <a:schemeClr val="tx1"/>
          </a:solidFill>
          <a:latin typeface="+mn-lt"/>
          <a:ea typeface="+mn-ea"/>
          <a:cs typeface="+mn-cs"/>
          <a:sym typeface="Symbol" panose="05050102010706020507" pitchFamily="18" charset="2"/>
        </a:defRPr>
      </a:lvl2pPr>
      <a:lvl3pPr marL="449263" indent="3175" algn="l" defTabSz="898525" rtl="0" eaLnBrk="0" fontAlgn="base" hangingPunct="0">
        <a:lnSpc>
          <a:spcPts val="2350"/>
        </a:lnSpc>
        <a:spcBef>
          <a:spcPct val="0"/>
        </a:spcBef>
        <a:spcAft>
          <a:spcPct val="0"/>
        </a:spcAft>
        <a:tabLst>
          <a:tab pos="301625" algn="l"/>
          <a:tab pos="542925" algn="l"/>
        </a:tabLst>
        <a:defRPr sz="1500" kern="1200">
          <a:solidFill>
            <a:schemeClr val="tx1"/>
          </a:solidFill>
          <a:latin typeface="+mn-lt"/>
          <a:ea typeface="+mn-ea"/>
          <a:cs typeface="+mn-cs"/>
          <a:sym typeface="Symbol" panose="05050102010706020507" pitchFamily="18" charset="2"/>
        </a:defRPr>
      </a:lvl3pPr>
      <a:lvl4pPr marL="676275" algn="l" defTabSz="898525" rtl="0" eaLnBrk="0" fontAlgn="base" hangingPunct="0">
        <a:lnSpc>
          <a:spcPts val="2350"/>
        </a:lnSpc>
        <a:spcBef>
          <a:spcPct val="0"/>
        </a:spcBef>
        <a:spcAft>
          <a:spcPct val="0"/>
        </a:spcAft>
        <a:tabLst>
          <a:tab pos="301625" algn="l"/>
          <a:tab pos="542925" algn="l"/>
        </a:tabLst>
        <a:defRPr sz="1500" kern="1200">
          <a:solidFill>
            <a:schemeClr val="tx1"/>
          </a:solidFill>
          <a:latin typeface="+mn-lt"/>
          <a:ea typeface="+mn-ea"/>
          <a:cs typeface="+mn-cs"/>
          <a:sym typeface="Symbol" panose="05050102010706020507" pitchFamily="18" charset="2"/>
        </a:defRPr>
      </a:lvl4pPr>
      <a:lvl5pPr marL="900113" algn="l" defTabSz="898525" rtl="0" eaLnBrk="0" fontAlgn="base" hangingPunct="0">
        <a:lnSpc>
          <a:spcPts val="2350"/>
        </a:lnSpc>
        <a:spcBef>
          <a:spcPct val="0"/>
        </a:spcBef>
        <a:spcAft>
          <a:spcPct val="0"/>
        </a:spcAft>
        <a:tabLst>
          <a:tab pos="301625" algn="l"/>
          <a:tab pos="542925" algn="l"/>
        </a:tabLst>
        <a:defRPr sz="1500" kern="1200">
          <a:solidFill>
            <a:schemeClr val="tx1"/>
          </a:solidFill>
          <a:latin typeface="+mn-lt"/>
          <a:ea typeface="+mn-ea"/>
          <a:cs typeface="+mn-cs"/>
          <a:sym typeface="Symbol" panose="05050102010706020507" pitchFamily="18" charset="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p:cNvSpPr>
            <a:spLocks noChangeArrowheads="1"/>
          </p:cNvSpPr>
          <p:nvPr/>
        </p:nvSpPr>
        <p:spPr bwMode="auto">
          <a:xfrm>
            <a:off x="0" y="-13692"/>
            <a:ext cx="9143999" cy="6885384"/>
          </a:xfrm>
          <a:prstGeom prst="rect">
            <a:avLst/>
          </a:prstGeom>
          <a:solidFill>
            <a:srgbClr val="EDEDED"/>
          </a:solidFill>
          <a:ln>
            <a:noFill/>
          </a:ln>
          <a:effectLst/>
        </p:spPr>
        <p:txBody>
          <a:bodyPr lIns="87281" tIns="43641" rIns="87281" bIns="43641">
            <a:noAutofit/>
          </a:bodyPr>
          <a:lstStyle>
            <a:defPPr>
              <a:defRPr lang="en-US"/>
            </a:defPPr>
            <a:lvl1pPr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pPr algn="ctr">
              <a:buFont typeface="Symbol" panose="05050102010706020507" pitchFamily="18" charset="2"/>
              <a:buNone/>
            </a:pPr>
            <a:endParaRPr lang="en-US" altLang="zh-CN" sz="1800" i="1" dirty="0">
              <a:solidFill>
                <a:schemeClr val="bg1"/>
              </a:solidFill>
              <a:ea typeface="宋体" panose="02010600030101010101" pitchFamily="2" charset="-122"/>
            </a:endParaRPr>
          </a:p>
          <a:p>
            <a:pPr algn="ctr">
              <a:buFont typeface="Symbol" panose="05050102010706020507" pitchFamily="18" charset="2"/>
              <a:buNone/>
            </a:pPr>
            <a:endParaRPr lang="en-US" altLang="zh-CN" sz="1800" i="1" dirty="0">
              <a:solidFill>
                <a:schemeClr val="bg1"/>
              </a:solidFill>
              <a:ea typeface="宋体" panose="02010600030101010101" pitchFamily="2" charset="-122"/>
            </a:endParaRPr>
          </a:p>
        </p:txBody>
      </p:sp>
      <p:pic>
        <p:nvPicPr>
          <p:cNvPr id="8" name="Grafik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09119"/>
            <a:ext cx="4032448" cy="6006898"/>
          </a:xfrm>
          <a:prstGeom prst="rect">
            <a:avLst/>
          </a:prstGeom>
        </p:spPr>
      </p:pic>
      <p:sp>
        <p:nvSpPr>
          <p:cNvPr id="9" name="Rectangle 2"/>
          <p:cNvSpPr>
            <a:spLocks noGrp="1" noChangeArrowheads="1"/>
          </p:cNvSpPr>
          <p:nvPr/>
        </p:nvSpPr>
        <p:spPr bwMode="auto">
          <a:xfrm>
            <a:off x="3563888" y="4882852"/>
            <a:ext cx="5184576" cy="792088"/>
          </a:xfrm>
          <a:prstGeom prst="rect">
            <a:avLst/>
          </a:prstGeom>
          <a:gradFill rotWithShape="1">
            <a:gsLst>
              <a:gs pos="0">
                <a:srgbClr val="0C325C"/>
              </a:gs>
              <a:gs pos="100000">
                <a:srgbClr val="CC0000">
                  <a:alpha val="67998"/>
                </a:srgbClr>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67941" numCol="1" anchor="ctr" anchorCtr="0" compatLnSpc="1">
            <a:prstTxWarp prst="textNoShape">
              <a:avLst/>
            </a:prstTxWarp>
          </a:bodyPr>
          <a:lstStyle>
            <a:defPPr>
              <a:defRPr lang="en-US"/>
            </a:defPPr>
            <a:lvl1pPr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r>
              <a:rPr lang="en-US" altLang="zh-CN" b="1" dirty="0">
                <a:solidFill>
                  <a:schemeClr val="bg1"/>
                </a:solidFill>
                <a:ea typeface="宋体" panose="02010600030101010101" pitchFamily="2" charset="-122"/>
              </a:rPr>
              <a:t>Course  Overview</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2</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矩形 8">
            <a:extLst>
              <a:ext uri="{FF2B5EF4-FFF2-40B4-BE49-F238E27FC236}">
                <a16:creationId xmlns:a16="http://schemas.microsoft.com/office/drawing/2014/main" id="{925A536D-8E54-4D2B-A09D-B96613276036}"/>
              </a:ext>
            </a:extLst>
          </p:cNvPr>
          <p:cNvSpPr/>
          <p:nvPr/>
        </p:nvSpPr>
        <p:spPr>
          <a:xfrm>
            <a:off x="335026" y="1739775"/>
            <a:ext cx="8413438" cy="4565352"/>
          </a:xfrm>
          <a:prstGeom prst="rect">
            <a:avLst/>
          </a:prstGeom>
        </p:spPr>
        <p:txBody>
          <a:bodyPr wrap="square">
            <a:spAutoFit/>
          </a:bodyPr>
          <a:lstStyle/>
          <a:p>
            <a:pPr indent="267970" algn="just">
              <a:lnSpc>
                <a:spcPts val="2000"/>
              </a:lnSpc>
              <a:spcAft>
                <a:spcPts val="0"/>
              </a:spcAft>
            </a:pPr>
            <a:r>
              <a:rPr lang="zh-CN" altLang="zh-CN" sz="2400" b="1" dirty="0">
                <a:latin typeface="Times New Roman" panose="02020603050405020304" pitchFamily="18" charset="0"/>
                <a:ea typeface="宋体" panose="02010600030101010101" pitchFamily="2" charset="-122"/>
                <a:cs typeface="宋体" panose="02010600030101010101" pitchFamily="2" charset="-122"/>
              </a:rPr>
              <a:t>课程名称：</a:t>
            </a:r>
            <a:r>
              <a:rPr lang="zh-CN" altLang="en-US" sz="2400" b="1" dirty="0">
                <a:solidFill>
                  <a:srgbClr val="000000"/>
                </a:solidFill>
                <a:latin typeface="宋体" panose="02010600030101010101" pitchFamily="2" charset="-122"/>
                <a:ea typeface="宋体" panose="02010600030101010101" pitchFamily="2" charset="-122"/>
                <a:cs typeface="宋体" panose="02010600030101010101" pitchFamily="2" charset="-122"/>
              </a:rPr>
              <a:t>超大规模集成电路物理设计：从图分割到时序收敛</a:t>
            </a:r>
            <a:r>
              <a:rPr lang="en-US" altLang="zh-CN" sz="2400" dirty="0">
                <a:solidFill>
                  <a:srgbClr val="000000"/>
                </a:solidFill>
                <a:latin typeface="宋体" panose="02010600030101010101" pitchFamily="2" charset="-122"/>
                <a:ea typeface="Times New Roman" panose="02020603050405020304" pitchFamily="18" charset="0"/>
                <a:cs typeface="宋体" panose="02010600030101010101" pitchFamily="2" charset="-122"/>
              </a:rPr>
              <a:t>/ </a:t>
            </a:r>
            <a:r>
              <a:rPr lang="en-US" altLang="zh-CN" sz="2400" b="1" dirty="0" err="1">
                <a:latin typeface="Times New Roman" panose="02020603050405020304" pitchFamily="18" charset="0"/>
                <a:ea typeface="宋体" panose="02010600030101010101" pitchFamily="2" charset="-122"/>
                <a:cs typeface="宋体" panose="02010600030101010101" pitchFamily="2" charset="-122"/>
              </a:rPr>
              <a:t>VLSl</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 Physical </a:t>
            </a:r>
            <a:r>
              <a:rPr lang="en-US" altLang="zh-CN" sz="2400" b="1" dirty="0" err="1">
                <a:latin typeface="Times New Roman" panose="02020603050405020304" pitchFamily="18" charset="0"/>
                <a:ea typeface="宋体" panose="02010600030101010101" pitchFamily="2" charset="-122"/>
                <a:cs typeface="宋体" panose="02010600030101010101" pitchFamily="2" charset="-122"/>
              </a:rPr>
              <a:t>Design:From</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 Graph Partitioning to Timing Closure</a:t>
            </a:r>
          </a:p>
          <a:p>
            <a:pPr indent="267970" algn="just">
              <a:lnSpc>
                <a:spcPts val="2000"/>
              </a:lnSpc>
              <a:spcAft>
                <a:spcPts val="0"/>
              </a:spcAft>
            </a:pPr>
            <a:endParaRPr lang="zh-CN" altLang="zh-CN" sz="2400" dirty="0">
              <a:latin typeface="宋体" panose="02010600030101010101" pitchFamily="2" charset="-122"/>
              <a:ea typeface="宋体" panose="02010600030101010101" pitchFamily="2" charset="-122"/>
              <a:cs typeface="宋体" panose="02010600030101010101" pitchFamily="2" charset="-122"/>
            </a:endParaRPr>
          </a:p>
          <a:p>
            <a:pPr indent="267970" algn="just">
              <a:lnSpc>
                <a:spcPts val="2000"/>
              </a:lnSpc>
              <a:spcAft>
                <a:spcPts val="0"/>
              </a:spcAft>
            </a:pPr>
            <a:r>
              <a:rPr lang="zh-CN" altLang="zh-CN" sz="2400" b="1" dirty="0">
                <a:latin typeface="Times New Roman" panose="02020603050405020304" pitchFamily="18" charset="0"/>
                <a:ea typeface="宋体" panose="02010600030101010101" pitchFamily="2" charset="-122"/>
                <a:cs typeface="宋体" panose="02010600030101010101" pitchFamily="2" charset="-122"/>
              </a:rPr>
              <a:t>课程代码：</a:t>
            </a:r>
            <a:r>
              <a:rPr lang="zh-CN" altLang="zh-CN" sz="2400" b="1" dirty="0">
                <a:latin typeface="宋体" panose="02010600030101010101" pitchFamily="2" charset="-122"/>
                <a:ea typeface="Times New Roman" panose="02020603050405020304" pitchFamily="18" charset="0"/>
                <a:cs typeface="宋体" panose="02010600030101010101" pitchFamily="2" charset="-122"/>
              </a:rPr>
              <a:t> </a:t>
            </a:r>
            <a:r>
              <a:rPr lang="en-US" altLang="zh-CN" sz="2400" b="1" dirty="0">
                <a:latin typeface="宋体" panose="02010600030101010101" pitchFamily="2" charset="-122"/>
                <a:ea typeface="Times New Roman" panose="02020603050405020304" pitchFamily="18" charset="0"/>
                <a:cs typeface="宋体" panose="02010600030101010101" pitchFamily="2" charset="-122"/>
              </a:rPr>
              <a:t>H0904640.01 </a:t>
            </a:r>
          </a:p>
          <a:p>
            <a:pPr indent="267970" algn="just">
              <a:lnSpc>
                <a:spcPts val="2000"/>
              </a:lnSpc>
              <a:spcAft>
                <a:spcPts val="0"/>
              </a:spcAft>
            </a:pPr>
            <a:endParaRPr lang="en-US" altLang="zh-CN" sz="2400" b="1" dirty="0">
              <a:latin typeface="宋体" panose="02010600030101010101" pitchFamily="2" charset="-122"/>
              <a:ea typeface="Times New Roman" panose="02020603050405020304" pitchFamily="18" charset="0"/>
              <a:cs typeface="宋体" panose="02010600030101010101" pitchFamily="2" charset="-122"/>
            </a:endParaRPr>
          </a:p>
          <a:p>
            <a:pPr indent="267970" algn="just">
              <a:lnSpc>
                <a:spcPts val="2000"/>
              </a:lnSpc>
              <a:spcAft>
                <a:spcPts val="0"/>
              </a:spcAft>
            </a:pPr>
            <a:r>
              <a:rPr lang="zh-CN" altLang="en-US" sz="2400" b="1" dirty="0">
                <a:latin typeface="宋体" panose="02010600030101010101" pitchFamily="2" charset="-122"/>
                <a:ea typeface="Times New Roman" panose="02020603050405020304" pitchFamily="18" charset="0"/>
                <a:cs typeface="宋体" panose="02010600030101010101" pitchFamily="2" charset="-122"/>
              </a:rPr>
              <a:t>授课教师：罗瑜、胡翔宇</a:t>
            </a:r>
            <a:endParaRPr lang="en-US" altLang="zh-CN" sz="2400" b="1" dirty="0">
              <a:latin typeface="宋体" panose="02010600030101010101" pitchFamily="2" charset="-122"/>
              <a:ea typeface="Times New Roman" panose="02020603050405020304" pitchFamily="18" charset="0"/>
              <a:cs typeface="宋体" panose="02010600030101010101" pitchFamily="2" charset="-122"/>
            </a:endParaRPr>
          </a:p>
          <a:p>
            <a:pPr indent="267970" algn="just">
              <a:lnSpc>
                <a:spcPts val="2000"/>
              </a:lnSpc>
              <a:spcAft>
                <a:spcPts val="0"/>
              </a:spcAft>
            </a:pPr>
            <a:r>
              <a:rPr lang="en-US" altLang="zh-CN" sz="2400" b="1" dirty="0">
                <a:latin typeface="宋体" panose="02010600030101010101" pitchFamily="2" charset="-122"/>
                <a:ea typeface="Times New Roman" panose="02020603050405020304" pitchFamily="18" charset="0"/>
                <a:cs typeface="宋体" panose="02010600030101010101" pitchFamily="2" charset="-122"/>
              </a:rPr>
              <a:t>                    </a:t>
            </a:r>
          </a:p>
          <a:p>
            <a:pPr indent="267970" algn="just">
              <a:lnSpc>
                <a:spcPts val="2000"/>
              </a:lnSpc>
              <a:spcAft>
                <a:spcPts val="0"/>
              </a:spcAft>
            </a:pPr>
            <a:r>
              <a:rPr lang="zh-CN" altLang="zh-CN" sz="2400" b="1" dirty="0">
                <a:latin typeface="Times New Roman" panose="02020603050405020304" pitchFamily="18" charset="0"/>
                <a:ea typeface="宋体" panose="02010600030101010101" pitchFamily="2" charset="-122"/>
                <a:cs typeface="宋体" panose="02010600030101010101" pitchFamily="2" charset="-122"/>
              </a:rPr>
              <a:t>学时数：</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64                  </a:t>
            </a:r>
          </a:p>
          <a:p>
            <a:pPr indent="267970" algn="just">
              <a:lnSpc>
                <a:spcPts val="2000"/>
              </a:lnSpc>
              <a:spcAft>
                <a:spcPts val="0"/>
              </a:spcAft>
            </a:pPr>
            <a:endParaRPr lang="en-US" altLang="zh-CN" sz="2400" b="1" dirty="0">
              <a:latin typeface="Times New Roman" panose="02020603050405020304" pitchFamily="18" charset="0"/>
              <a:ea typeface="宋体" panose="02010600030101010101" pitchFamily="2" charset="-122"/>
              <a:cs typeface="宋体" panose="02010600030101010101" pitchFamily="2" charset="-122"/>
            </a:endParaRPr>
          </a:p>
          <a:p>
            <a:pPr indent="267970" algn="just">
              <a:lnSpc>
                <a:spcPts val="2000"/>
              </a:lnSpc>
              <a:spcAft>
                <a:spcPts val="0"/>
              </a:spcAft>
            </a:pPr>
            <a:r>
              <a:rPr lang="zh-CN" altLang="zh-CN" sz="2400" b="1" dirty="0">
                <a:latin typeface="Times New Roman" panose="02020603050405020304" pitchFamily="18" charset="0"/>
                <a:ea typeface="宋体" panose="02010600030101010101" pitchFamily="2" charset="-122"/>
                <a:cs typeface="宋体" panose="02010600030101010101" pitchFamily="2" charset="-122"/>
              </a:rPr>
              <a:t>学分数：</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4</a:t>
            </a:r>
          </a:p>
          <a:p>
            <a:pPr indent="267970" algn="just">
              <a:lnSpc>
                <a:spcPts val="2000"/>
              </a:lnSpc>
              <a:spcAft>
                <a:spcPts val="0"/>
              </a:spcAft>
            </a:pPr>
            <a:endParaRPr lang="zh-CN" altLang="zh-CN" sz="2400" dirty="0">
              <a:latin typeface="宋体" panose="02010600030101010101" pitchFamily="2" charset="-122"/>
              <a:ea typeface="宋体" panose="02010600030101010101" pitchFamily="2" charset="-122"/>
              <a:cs typeface="宋体" panose="02010600030101010101" pitchFamily="2" charset="-122"/>
            </a:endParaRPr>
          </a:p>
          <a:p>
            <a:pPr indent="267970" algn="just">
              <a:lnSpc>
                <a:spcPts val="2000"/>
              </a:lnSpc>
              <a:spcAft>
                <a:spcPts val="0"/>
              </a:spcAft>
            </a:pPr>
            <a:r>
              <a:rPr lang="zh-CN" altLang="zh-CN" sz="2400" b="1" dirty="0">
                <a:latin typeface="Times New Roman" panose="02020603050405020304" pitchFamily="18" charset="0"/>
                <a:ea typeface="宋体" panose="02010600030101010101" pitchFamily="2" charset="-122"/>
                <a:cs typeface="宋体" panose="02010600030101010101" pitchFamily="2" charset="-122"/>
              </a:rPr>
              <a:t>课程类型：专业限选课</a:t>
            </a:r>
            <a:endParaRPr lang="en-US" altLang="zh-CN" sz="2400" b="1" dirty="0">
              <a:latin typeface="Times New Roman" panose="02020603050405020304" pitchFamily="18" charset="0"/>
              <a:ea typeface="宋体" panose="02010600030101010101" pitchFamily="2" charset="-122"/>
              <a:cs typeface="宋体" panose="02010600030101010101" pitchFamily="2" charset="-122"/>
            </a:endParaRPr>
          </a:p>
          <a:p>
            <a:pPr indent="267970" algn="just">
              <a:lnSpc>
                <a:spcPts val="2000"/>
              </a:lnSpc>
              <a:spcAft>
                <a:spcPts val="0"/>
              </a:spcAft>
            </a:pPr>
            <a:endParaRPr lang="zh-CN" altLang="zh-CN" sz="2400" dirty="0">
              <a:latin typeface="宋体" panose="02010600030101010101" pitchFamily="2" charset="-122"/>
              <a:ea typeface="宋体" panose="02010600030101010101" pitchFamily="2" charset="-122"/>
              <a:cs typeface="宋体" panose="02010600030101010101" pitchFamily="2" charset="-122"/>
            </a:endParaRPr>
          </a:p>
          <a:p>
            <a:pPr indent="267970" algn="just">
              <a:lnSpc>
                <a:spcPts val="2000"/>
              </a:lnSpc>
              <a:spcAft>
                <a:spcPts val="0"/>
              </a:spcAft>
            </a:pPr>
            <a:r>
              <a:rPr lang="zh-CN" altLang="zh-CN" sz="2400" b="1" dirty="0">
                <a:latin typeface="Times New Roman" panose="02020603050405020304" pitchFamily="18" charset="0"/>
                <a:ea typeface="宋体" panose="02010600030101010101" pitchFamily="2" charset="-122"/>
                <a:cs typeface="宋体" panose="02010600030101010101" pitchFamily="2" charset="-122"/>
              </a:rPr>
              <a:t>适用学科专业：软件工程专业</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a:t>
            </a:r>
            <a:r>
              <a:rPr lang="zh-CN" altLang="zh-CN" sz="2400" b="1" dirty="0">
                <a:latin typeface="Times New Roman" panose="02020603050405020304" pitchFamily="18" charset="0"/>
                <a:ea typeface="宋体" panose="02010600030101010101" pitchFamily="2" charset="-122"/>
                <a:cs typeface="宋体" panose="02010600030101010101" pitchFamily="2" charset="-122"/>
              </a:rPr>
              <a:t>工业软件方向</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a:t>
            </a:r>
          </a:p>
          <a:p>
            <a:pPr indent="267970" algn="just">
              <a:lnSpc>
                <a:spcPts val="2000"/>
              </a:lnSpc>
              <a:spcAft>
                <a:spcPts val="0"/>
              </a:spcAft>
            </a:pPr>
            <a:endParaRPr lang="zh-CN" altLang="zh-CN" sz="2400" dirty="0">
              <a:latin typeface="宋体" panose="02010600030101010101" pitchFamily="2" charset="-122"/>
              <a:ea typeface="宋体" panose="02010600030101010101" pitchFamily="2" charset="-122"/>
              <a:cs typeface="宋体" panose="02010600030101010101" pitchFamily="2" charset="-122"/>
            </a:endParaRPr>
          </a:p>
          <a:p>
            <a:pPr indent="267970"/>
            <a:r>
              <a:rPr lang="zh-CN" altLang="zh-CN" sz="2400" b="1" kern="100" dirty="0">
                <a:latin typeface="Times New Roman" panose="02020603050405020304" pitchFamily="18" charset="0"/>
                <a:ea typeface="宋体" panose="02010600030101010101" pitchFamily="2" charset="-122"/>
                <a:cs typeface="宋体" panose="02010600030101010101" pitchFamily="2" charset="-122"/>
              </a:rPr>
              <a:t>先修课程：</a:t>
            </a:r>
            <a:r>
              <a:rPr lang="zh-CN" altLang="zh-CN" sz="2400" b="1" kern="0" dirty="0">
                <a:latin typeface="Times New Roman" panose="02020603050405020304" pitchFamily="18" charset="0"/>
                <a:ea typeface="宋体" panose="02010600030101010101" pitchFamily="2" charset="-122"/>
                <a:cs typeface="宋体" panose="02010600030101010101" pitchFamily="2" charset="-122"/>
              </a:rPr>
              <a:t>数值计算、计算机仿真</a:t>
            </a:r>
            <a:endParaRPr lang="zh-CN" altLang="zh-CN" sz="2400" kern="100" dirty="0">
              <a:latin typeface="Times New Roman" panose="02020603050405020304" pitchFamily="18" charset="0"/>
              <a:ea typeface="宋体" panose="02010600030101010101" pitchFamily="2" charset="-122"/>
              <a:cs typeface="宋体" panose="02010600030101010101" pitchFamily="2" charset="-122"/>
            </a:endParaRPr>
          </a:p>
        </p:txBody>
      </p:sp>
      <p:sp>
        <p:nvSpPr>
          <p:cNvPr id="10" name="文本框 9">
            <a:extLst>
              <a:ext uri="{FF2B5EF4-FFF2-40B4-BE49-F238E27FC236}">
                <a16:creationId xmlns:a16="http://schemas.microsoft.com/office/drawing/2014/main" id="{66303762-8DD7-4749-B661-450948880091}"/>
              </a:ext>
            </a:extLst>
          </p:cNvPr>
          <p:cNvSpPr txBox="1"/>
          <p:nvPr/>
        </p:nvSpPr>
        <p:spPr>
          <a:xfrm>
            <a:off x="611560" y="1052736"/>
            <a:ext cx="4315963" cy="584775"/>
          </a:xfrm>
          <a:prstGeom prst="rect">
            <a:avLst/>
          </a:prstGeom>
          <a:noFill/>
        </p:spPr>
        <p:txBody>
          <a:bodyPr wrap="square">
            <a:spAutoFit/>
          </a:bodyPr>
          <a:lstStyle/>
          <a:p>
            <a:r>
              <a:rPr lang="zh-CN" altLang="en-US" sz="3200" b="1" dirty="0">
                <a:ea typeface="Hei" pitchFamily="2" charset="-122"/>
              </a:rPr>
              <a:t>课程基本信息</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3</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6" name="矩形 5">
            <a:extLst>
              <a:ext uri="{FF2B5EF4-FFF2-40B4-BE49-F238E27FC236}">
                <a16:creationId xmlns:a16="http://schemas.microsoft.com/office/drawing/2014/main" id="{B8608228-AE9D-4520-ACA8-1D73F37BFA5B}"/>
              </a:ext>
            </a:extLst>
          </p:cNvPr>
          <p:cNvSpPr/>
          <p:nvPr/>
        </p:nvSpPr>
        <p:spPr>
          <a:xfrm>
            <a:off x="373624" y="1579794"/>
            <a:ext cx="8378054" cy="5262979"/>
          </a:xfrm>
          <a:prstGeom prst="rect">
            <a:avLst/>
          </a:prstGeom>
        </p:spPr>
        <p:txBody>
          <a:bodyPr wrap="square">
            <a:spAutoFit/>
          </a:bodyPr>
          <a:lstStyle/>
          <a:p>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超大规模集成电路物理设计：从图分割到时序收敛</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VLSl</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Physical </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Design:From</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Graph Partitioning to Timing Closure</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课程是软件工程工业软件方向的专业限选课程，</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随着芯片工艺进入</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5nm</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甚至</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2nm</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时代，芯片上布置的晶体管数量越来越多，给芯片设计带来全新的挑战。在此背景下，本门课程将重新审视了现代芯片设计的基本算法体系，包括网表和系统划分、芯片规划、布局和布线、时序收敛等内容，描述了现代芯片实现流程的各个阶段。本课程注重基础，全面覆盖物理设计各个步骤里的基本算法，且兼顾芯片设计中的特定情况，会讲授大量的工业界实用的新颖布局、特殊类型布线和性能驱动设计。</a:t>
            </a:r>
            <a:endParaRPr lang="zh-CN" altLang="en-US" sz="2800" dirty="0"/>
          </a:p>
        </p:txBody>
      </p:sp>
      <p:sp>
        <p:nvSpPr>
          <p:cNvPr id="7" name="文本框 6">
            <a:extLst>
              <a:ext uri="{FF2B5EF4-FFF2-40B4-BE49-F238E27FC236}">
                <a16:creationId xmlns:a16="http://schemas.microsoft.com/office/drawing/2014/main" id="{1ED98562-23D2-4C0B-8020-6B2850F90891}"/>
              </a:ext>
            </a:extLst>
          </p:cNvPr>
          <p:cNvSpPr txBox="1"/>
          <p:nvPr/>
        </p:nvSpPr>
        <p:spPr>
          <a:xfrm>
            <a:off x="395536" y="914127"/>
            <a:ext cx="5327904" cy="584775"/>
          </a:xfrm>
          <a:prstGeom prst="rect">
            <a:avLst/>
          </a:prstGeom>
          <a:noFill/>
        </p:spPr>
        <p:txBody>
          <a:bodyPr wrap="square">
            <a:spAutoFit/>
          </a:bodyPr>
          <a:lstStyle/>
          <a:p>
            <a:r>
              <a:rPr lang="zh-CN" altLang="en-US" sz="3200" b="1" dirty="0">
                <a:ea typeface="Hei" pitchFamily="2" charset="-122"/>
              </a:rPr>
              <a:t>课程介绍</a:t>
            </a:r>
          </a:p>
        </p:txBody>
      </p:sp>
    </p:spTree>
    <p:extLst>
      <p:ext uri="{BB962C8B-B14F-4D97-AF65-F5344CB8AC3E}">
        <p14:creationId xmlns:p14="http://schemas.microsoft.com/office/powerpoint/2010/main" val="34344932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4</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8" name="矩形 7">
            <a:extLst>
              <a:ext uri="{FF2B5EF4-FFF2-40B4-BE49-F238E27FC236}">
                <a16:creationId xmlns:a16="http://schemas.microsoft.com/office/drawing/2014/main" id="{9847B161-F336-46A6-9091-15E2A1887A7A}"/>
              </a:ext>
            </a:extLst>
          </p:cNvPr>
          <p:cNvSpPr/>
          <p:nvPr/>
        </p:nvSpPr>
        <p:spPr>
          <a:xfrm>
            <a:off x="251520" y="1268760"/>
            <a:ext cx="8424936" cy="3539430"/>
          </a:xfrm>
          <a:prstGeom prst="rect">
            <a:avLst/>
          </a:prstGeom>
        </p:spPr>
        <p:txBody>
          <a:bodyPr wrap="square">
            <a:spAutoFit/>
          </a:bodyPr>
          <a:lstStyle/>
          <a:p>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本课程总学时为</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64</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学时，其中，理论授课</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40</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学时</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其中，</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超大规模集成电路物理设计：从图分割到时序收敛</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VLSl</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Physical </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Design:From</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Graph Partitioning to Timing Closure</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和电子行业</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EDA</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理论授课内容皆为</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20</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学时</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、实验</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24</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学时</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其中</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超大规模集成电路物理设计：从图分割到时序收敛</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VLSl</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Physical Design: From Graph Partitioning to Timing Closure</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和电子行业</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EDA</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实验内容</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均</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12</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学时</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kern="1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800" kern="1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0E5EFE1F-14DF-45F6-B5FC-08C9979862C8}"/>
              </a:ext>
            </a:extLst>
          </p:cNvPr>
          <p:cNvSpPr txBox="1"/>
          <p:nvPr/>
        </p:nvSpPr>
        <p:spPr>
          <a:xfrm>
            <a:off x="255349" y="4791471"/>
            <a:ext cx="5172113" cy="584775"/>
          </a:xfrm>
          <a:prstGeom prst="rect">
            <a:avLst/>
          </a:prstGeom>
          <a:noFill/>
        </p:spPr>
        <p:txBody>
          <a:bodyPr wrap="square">
            <a:spAutoFit/>
          </a:bodyPr>
          <a:lstStyle/>
          <a:p>
            <a:r>
              <a:rPr lang="zh-CN" altLang="en-US" sz="3200" b="1" dirty="0">
                <a:ea typeface="Hei" pitchFamily="2" charset="-122"/>
              </a:rPr>
              <a:t>课程考核方式</a:t>
            </a:r>
          </a:p>
        </p:txBody>
      </p:sp>
      <p:sp>
        <p:nvSpPr>
          <p:cNvPr id="10" name="矩形 9">
            <a:extLst>
              <a:ext uri="{FF2B5EF4-FFF2-40B4-BE49-F238E27FC236}">
                <a16:creationId xmlns:a16="http://schemas.microsoft.com/office/drawing/2014/main" id="{95ABA52A-70A0-4E44-8D3E-F3ECCEC5E6EF}"/>
              </a:ext>
            </a:extLst>
          </p:cNvPr>
          <p:cNvSpPr/>
          <p:nvPr/>
        </p:nvSpPr>
        <p:spPr>
          <a:xfrm>
            <a:off x="255349" y="5517232"/>
            <a:ext cx="8133075" cy="523220"/>
          </a:xfrm>
          <a:prstGeom prst="rect">
            <a:avLst/>
          </a:prstGeom>
        </p:spPr>
        <p:txBody>
          <a:bodyPr wrap="square">
            <a:spAutoFit/>
          </a:bodyPr>
          <a:lstStyle/>
          <a:p>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kern="100" dirty="0">
                <a:latin typeface="Times New Roman" panose="02020603050405020304" pitchFamily="18" charset="0"/>
                <a:ea typeface="宋体" panose="02010600030101010101" pitchFamily="2" charset="-122"/>
              </a:rPr>
              <a:t>实验上机成绩  </a:t>
            </a:r>
            <a:r>
              <a:rPr lang="en-US" altLang="zh-CN" sz="2800" kern="100" dirty="0">
                <a:latin typeface="Times New Roman" panose="02020603050405020304" pitchFamily="18" charset="0"/>
                <a:ea typeface="宋体" panose="02010600030101010101" pitchFamily="2" charset="-122"/>
              </a:rPr>
              <a:t>+  </a:t>
            </a:r>
            <a:r>
              <a:rPr lang="zh-CN" altLang="en-US" sz="2800" kern="100" dirty="0">
                <a:latin typeface="Times New Roman" panose="02020603050405020304" pitchFamily="18" charset="0"/>
                <a:ea typeface="宋体" panose="02010600030101010101" pitchFamily="2" charset="-122"/>
              </a:rPr>
              <a:t>期末考试成绩 </a:t>
            </a:r>
            <a:r>
              <a:rPr lang="en-US" altLang="zh-CN" sz="2800" kern="100" dirty="0">
                <a:latin typeface="Times New Roman" panose="02020603050405020304" pitchFamily="18" charset="0"/>
                <a:ea typeface="宋体" panose="02010600030101010101" pitchFamily="2" charset="-122"/>
              </a:rPr>
              <a:t>+ </a:t>
            </a:r>
            <a:r>
              <a:rPr lang="zh-CN" altLang="en-US" sz="2800" kern="100" dirty="0">
                <a:latin typeface="Times New Roman" panose="02020603050405020304" pitchFamily="18" charset="0"/>
                <a:ea typeface="宋体" panose="02010600030101010101" pitchFamily="2" charset="-122"/>
              </a:rPr>
              <a:t>考勤</a:t>
            </a:r>
            <a:r>
              <a:rPr lang="zh-CN" altLang="zh-CN" sz="28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dirty="0"/>
          </a:p>
        </p:txBody>
      </p:sp>
    </p:spTree>
    <p:extLst>
      <p:ext uri="{BB962C8B-B14F-4D97-AF65-F5344CB8AC3E}">
        <p14:creationId xmlns:p14="http://schemas.microsoft.com/office/powerpoint/2010/main" val="278704401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5</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文本框 8">
            <a:extLst>
              <a:ext uri="{FF2B5EF4-FFF2-40B4-BE49-F238E27FC236}">
                <a16:creationId xmlns:a16="http://schemas.microsoft.com/office/drawing/2014/main" id="{0E5EFE1F-14DF-45F6-B5FC-08C9979862C8}"/>
              </a:ext>
            </a:extLst>
          </p:cNvPr>
          <p:cNvSpPr txBox="1"/>
          <p:nvPr/>
        </p:nvSpPr>
        <p:spPr>
          <a:xfrm>
            <a:off x="255093" y="1093045"/>
            <a:ext cx="5172113" cy="584775"/>
          </a:xfrm>
          <a:prstGeom prst="rect">
            <a:avLst/>
          </a:prstGeom>
          <a:noFill/>
        </p:spPr>
        <p:txBody>
          <a:bodyPr wrap="square">
            <a:spAutoFit/>
          </a:bodyPr>
          <a:lstStyle/>
          <a:p>
            <a:r>
              <a:rPr lang="zh-CN" altLang="en-US" sz="3200" b="1" dirty="0">
                <a:ea typeface="Hei" pitchFamily="2" charset="-122"/>
              </a:rPr>
              <a:t>课程教学内容</a:t>
            </a:r>
          </a:p>
        </p:txBody>
      </p:sp>
      <p:sp>
        <p:nvSpPr>
          <p:cNvPr id="2" name="矩形 1">
            <a:extLst>
              <a:ext uri="{FF2B5EF4-FFF2-40B4-BE49-F238E27FC236}">
                <a16:creationId xmlns:a16="http://schemas.microsoft.com/office/drawing/2014/main" id="{D7D1E643-4DBE-43FD-A774-1FA18FC4FD08}"/>
              </a:ext>
            </a:extLst>
          </p:cNvPr>
          <p:cNvSpPr/>
          <p:nvPr/>
        </p:nvSpPr>
        <p:spPr>
          <a:xfrm>
            <a:off x="378464" y="2504311"/>
            <a:ext cx="8064896" cy="3539430"/>
          </a:xfrm>
          <a:prstGeom prst="rect">
            <a:avLst/>
          </a:prstGeom>
        </p:spPr>
        <p:txBody>
          <a:bodyPr wrap="square">
            <a:spAutoFit/>
          </a:bodyPr>
          <a:lstStyle/>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电子设计自动化</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(EDA))</a:t>
            </a: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1.2 VLSI</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设计流程</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1.3 VLSI</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设计模式</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版图层和设计规则</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1.5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物理设计优化</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1.6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算法和复杂性</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1.7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图论术语</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1.8 EDA</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常用术语</a:t>
            </a:r>
          </a:p>
        </p:txBody>
      </p:sp>
      <p:sp>
        <p:nvSpPr>
          <p:cNvPr id="3" name="矩形 2">
            <a:extLst>
              <a:ext uri="{FF2B5EF4-FFF2-40B4-BE49-F238E27FC236}">
                <a16:creationId xmlns:a16="http://schemas.microsoft.com/office/drawing/2014/main" id="{A4AFB9EB-792F-40F0-9C5D-27B477DE4FAE}"/>
              </a:ext>
            </a:extLst>
          </p:cNvPr>
          <p:cNvSpPr/>
          <p:nvPr/>
        </p:nvSpPr>
        <p:spPr>
          <a:xfrm>
            <a:off x="285774" y="1791132"/>
            <a:ext cx="1805302" cy="646331"/>
          </a:xfrm>
          <a:prstGeom prst="rect">
            <a:avLst/>
          </a:prstGeom>
        </p:spPr>
        <p:txBody>
          <a:bodyPr wrap="none">
            <a:spAutoFit/>
          </a:bodyPr>
          <a:lstStyle/>
          <a:p>
            <a:r>
              <a:rPr lang="en-US" altLang="zh-CN" sz="3600" b="1" kern="1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3600" b="1" kern="100" dirty="0">
                <a:latin typeface="Times New Roman" panose="02020603050405020304" pitchFamily="18" charset="0"/>
                <a:ea typeface="楷体" panose="02010609060101010101" pitchFamily="49" charset="-122"/>
                <a:cs typeface="Times New Roman" panose="02020603050405020304" pitchFamily="18" charset="0"/>
              </a:rPr>
              <a:t>、绪论</a:t>
            </a:r>
            <a:endParaRPr lang="zh-CN" altLang="en-US" sz="2000" b="1" dirty="0"/>
          </a:p>
        </p:txBody>
      </p:sp>
    </p:spTree>
    <p:extLst>
      <p:ext uri="{BB962C8B-B14F-4D97-AF65-F5344CB8AC3E}">
        <p14:creationId xmlns:p14="http://schemas.microsoft.com/office/powerpoint/2010/main" val="9575814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6</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文本框 8">
            <a:extLst>
              <a:ext uri="{FF2B5EF4-FFF2-40B4-BE49-F238E27FC236}">
                <a16:creationId xmlns:a16="http://schemas.microsoft.com/office/drawing/2014/main" id="{0E5EFE1F-14DF-45F6-B5FC-08C9979862C8}"/>
              </a:ext>
            </a:extLst>
          </p:cNvPr>
          <p:cNvSpPr txBox="1"/>
          <p:nvPr/>
        </p:nvSpPr>
        <p:spPr>
          <a:xfrm>
            <a:off x="179512" y="908720"/>
            <a:ext cx="5172113" cy="584775"/>
          </a:xfrm>
          <a:prstGeom prst="rect">
            <a:avLst/>
          </a:prstGeom>
          <a:noFill/>
        </p:spPr>
        <p:txBody>
          <a:bodyPr wrap="square">
            <a:spAutoFit/>
          </a:bodyPr>
          <a:lstStyle/>
          <a:p>
            <a:r>
              <a:rPr lang="zh-CN" altLang="en-US" sz="3200" b="1" dirty="0">
                <a:ea typeface="Hei" pitchFamily="2" charset="-122"/>
              </a:rPr>
              <a:t>课程教学内容</a:t>
            </a:r>
          </a:p>
        </p:txBody>
      </p:sp>
      <p:sp>
        <p:nvSpPr>
          <p:cNvPr id="2" name="矩形 1">
            <a:extLst>
              <a:ext uri="{FF2B5EF4-FFF2-40B4-BE49-F238E27FC236}">
                <a16:creationId xmlns:a16="http://schemas.microsoft.com/office/drawing/2014/main" id="{D7D1E643-4DBE-43FD-A774-1FA18FC4FD08}"/>
              </a:ext>
            </a:extLst>
          </p:cNvPr>
          <p:cNvSpPr/>
          <p:nvPr/>
        </p:nvSpPr>
        <p:spPr>
          <a:xfrm>
            <a:off x="288107" y="2074909"/>
            <a:ext cx="8064896" cy="4832092"/>
          </a:xfrm>
          <a:prstGeom prst="rect">
            <a:avLst/>
          </a:prstGeom>
        </p:spPr>
        <p:txBody>
          <a:bodyPr wrap="square">
            <a:spAutoFit/>
          </a:bodyPr>
          <a:lstStyle/>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介绍</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术语</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2.3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优化目标</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划分算法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-2.4.1 </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Kemmighan</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-Lin(KL)</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-2.4.2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扩展的</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KL</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-2.4.3 Fiduccia-</a:t>
            </a:r>
            <a:r>
              <a:rPr lang="en-US" altLang="zh-CN" sz="2800" kern="100" dirty="0" err="1">
                <a:latin typeface="Times New Roman" panose="02020603050405020304" pitchFamily="18" charset="0"/>
                <a:ea typeface="楷体" panose="02010609060101010101" pitchFamily="49" charset="-122"/>
                <a:cs typeface="Times New Roman" panose="02020603050405020304" pitchFamily="18" charset="0"/>
              </a:rPr>
              <a:t>Mattheyses</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(FM)</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2.5</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多级划分框架</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-2.5.1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结群</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-2.5.2</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多级划分</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2.6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基于多</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FPGA</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的系统划分</a:t>
            </a:r>
          </a:p>
        </p:txBody>
      </p:sp>
      <p:sp>
        <p:nvSpPr>
          <p:cNvPr id="3" name="矩形 2">
            <a:extLst>
              <a:ext uri="{FF2B5EF4-FFF2-40B4-BE49-F238E27FC236}">
                <a16:creationId xmlns:a16="http://schemas.microsoft.com/office/drawing/2014/main" id="{A4AFB9EB-792F-40F0-9C5D-27B477DE4FAE}"/>
              </a:ext>
            </a:extLst>
          </p:cNvPr>
          <p:cNvSpPr/>
          <p:nvPr/>
        </p:nvSpPr>
        <p:spPr>
          <a:xfrm>
            <a:off x="210193" y="1490134"/>
            <a:ext cx="4121641" cy="646331"/>
          </a:xfrm>
          <a:prstGeom prst="rect">
            <a:avLst/>
          </a:prstGeom>
        </p:spPr>
        <p:txBody>
          <a:bodyPr wrap="none">
            <a:spAutoFit/>
          </a:bodyPr>
          <a:lstStyle/>
          <a:p>
            <a:r>
              <a:rPr lang="en-US" altLang="zh-CN" sz="3600" b="1" kern="1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3600" b="1" kern="100" dirty="0">
                <a:latin typeface="Times New Roman" panose="02020603050405020304" pitchFamily="18" charset="0"/>
                <a:ea typeface="楷体" panose="02010609060101010101" pitchFamily="49" charset="-122"/>
                <a:cs typeface="Times New Roman" panose="02020603050405020304" pitchFamily="18" charset="0"/>
              </a:rPr>
              <a:t>、网表和系统划分</a:t>
            </a:r>
            <a:endParaRPr lang="zh-CN" altLang="en-US" sz="2000" b="1" dirty="0"/>
          </a:p>
        </p:txBody>
      </p:sp>
    </p:spTree>
    <p:extLst>
      <p:ext uri="{BB962C8B-B14F-4D97-AF65-F5344CB8AC3E}">
        <p14:creationId xmlns:p14="http://schemas.microsoft.com/office/powerpoint/2010/main" val="391493321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7</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文本框 8">
            <a:extLst>
              <a:ext uri="{FF2B5EF4-FFF2-40B4-BE49-F238E27FC236}">
                <a16:creationId xmlns:a16="http://schemas.microsoft.com/office/drawing/2014/main" id="{0E5EFE1F-14DF-45F6-B5FC-08C9979862C8}"/>
              </a:ext>
            </a:extLst>
          </p:cNvPr>
          <p:cNvSpPr txBox="1"/>
          <p:nvPr/>
        </p:nvSpPr>
        <p:spPr>
          <a:xfrm>
            <a:off x="152400" y="846839"/>
            <a:ext cx="5172113" cy="584775"/>
          </a:xfrm>
          <a:prstGeom prst="rect">
            <a:avLst/>
          </a:prstGeom>
          <a:noFill/>
        </p:spPr>
        <p:txBody>
          <a:bodyPr wrap="square">
            <a:spAutoFit/>
          </a:bodyPr>
          <a:lstStyle/>
          <a:p>
            <a:r>
              <a:rPr lang="zh-CN" altLang="en-US" sz="3200" b="1" dirty="0">
                <a:ea typeface="Hei" pitchFamily="2" charset="-122"/>
              </a:rPr>
              <a:t>课程教学内容</a:t>
            </a:r>
          </a:p>
        </p:txBody>
      </p:sp>
      <p:sp>
        <p:nvSpPr>
          <p:cNvPr id="2" name="矩形 1">
            <a:extLst>
              <a:ext uri="{FF2B5EF4-FFF2-40B4-BE49-F238E27FC236}">
                <a16:creationId xmlns:a16="http://schemas.microsoft.com/office/drawing/2014/main" id="{D7D1E643-4DBE-43FD-A774-1FA18FC4FD08}"/>
              </a:ext>
            </a:extLst>
          </p:cNvPr>
          <p:cNvSpPr/>
          <p:nvPr/>
        </p:nvSpPr>
        <p:spPr>
          <a:xfrm>
            <a:off x="260995" y="2013028"/>
            <a:ext cx="8064896" cy="4832092"/>
          </a:xfrm>
          <a:prstGeom prst="rect">
            <a:avLst/>
          </a:prstGeom>
        </p:spPr>
        <p:txBody>
          <a:bodyPr wrap="square">
            <a:spAutoFit/>
          </a:bodyPr>
          <a:lstStyle/>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布图规划介绍</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布图规划的优化目标</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3.3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术语</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布图的表示</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       从布图到一个约束图对序列对</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       从列对到一个布图</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3.5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布规划算法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       布图尺寸变化、群生长</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模拟退火、集成布图规划算法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3.6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引脚分配</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3.7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电源和地线布线</a:t>
            </a:r>
          </a:p>
        </p:txBody>
      </p:sp>
      <p:sp>
        <p:nvSpPr>
          <p:cNvPr id="3" name="矩形 2">
            <a:extLst>
              <a:ext uri="{FF2B5EF4-FFF2-40B4-BE49-F238E27FC236}">
                <a16:creationId xmlns:a16="http://schemas.microsoft.com/office/drawing/2014/main" id="{A4AFB9EB-792F-40F0-9C5D-27B477DE4FAE}"/>
              </a:ext>
            </a:extLst>
          </p:cNvPr>
          <p:cNvSpPr/>
          <p:nvPr/>
        </p:nvSpPr>
        <p:spPr>
          <a:xfrm>
            <a:off x="183081" y="1428253"/>
            <a:ext cx="2731838" cy="646331"/>
          </a:xfrm>
          <a:prstGeom prst="rect">
            <a:avLst/>
          </a:prstGeom>
        </p:spPr>
        <p:txBody>
          <a:bodyPr wrap="none">
            <a:spAutoFit/>
          </a:bodyPr>
          <a:lstStyle/>
          <a:p>
            <a:r>
              <a:rPr lang="en-US" altLang="zh-CN" sz="3600" b="1" kern="1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3600" b="1" kern="100" dirty="0">
                <a:latin typeface="Times New Roman" panose="02020603050405020304" pitchFamily="18" charset="0"/>
                <a:ea typeface="楷体" panose="02010609060101010101" pitchFamily="49" charset="-122"/>
                <a:cs typeface="Times New Roman" panose="02020603050405020304" pitchFamily="18" charset="0"/>
              </a:rPr>
              <a:t>、芯片规划</a:t>
            </a:r>
            <a:endParaRPr lang="zh-CN" altLang="en-US" sz="2000" b="1" dirty="0"/>
          </a:p>
        </p:txBody>
      </p:sp>
    </p:spTree>
    <p:extLst>
      <p:ext uri="{BB962C8B-B14F-4D97-AF65-F5344CB8AC3E}">
        <p14:creationId xmlns:p14="http://schemas.microsoft.com/office/powerpoint/2010/main" val="258950424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8</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文本框 8">
            <a:extLst>
              <a:ext uri="{FF2B5EF4-FFF2-40B4-BE49-F238E27FC236}">
                <a16:creationId xmlns:a16="http://schemas.microsoft.com/office/drawing/2014/main" id="{0E5EFE1F-14DF-45F6-B5FC-08C9979862C8}"/>
              </a:ext>
            </a:extLst>
          </p:cNvPr>
          <p:cNvSpPr txBox="1"/>
          <p:nvPr/>
        </p:nvSpPr>
        <p:spPr>
          <a:xfrm>
            <a:off x="152400" y="846839"/>
            <a:ext cx="5172113" cy="584775"/>
          </a:xfrm>
          <a:prstGeom prst="rect">
            <a:avLst/>
          </a:prstGeom>
          <a:noFill/>
        </p:spPr>
        <p:txBody>
          <a:bodyPr wrap="square">
            <a:spAutoFit/>
          </a:bodyPr>
          <a:lstStyle/>
          <a:p>
            <a:r>
              <a:rPr lang="zh-CN" altLang="en-US" sz="3200" b="1" dirty="0">
                <a:ea typeface="Hei" pitchFamily="2" charset="-122"/>
              </a:rPr>
              <a:t>课程教学内容</a:t>
            </a:r>
          </a:p>
        </p:txBody>
      </p:sp>
      <p:sp>
        <p:nvSpPr>
          <p:cNvPr id="2" name="矩形 1">
            <a:extLst>
              <a:ext uri="{FF2B5EF4-FFF2-40B4-BE49-F238E27FC236}">
                <a16:creationId xmlns:a16="http://schemas.microsoft.com/office/drawing/2014/main" id="{D7D1E643-4DBE-43FD-A774-1FA18FC4FD08}"/>
              </a:ext>
            </a:extLst>
          </p:cNvPr>
          <p:cNvSpPr/>
          <p:nvPr/>
        </p:nvSpPr>
        <p:spPr>
          <a:xfrm>
            <a:off x="260995" y="2013028"/>
            <a:ext cx="8064896" cy="3539430"/>
          </a:xfrm>
          <a:prstGeom prst="rect">
            <a:avLst/>
          </a:prstGeom>
        </p:spPr>
        <p:txBody>
          <a:bodyPr wrap="square">
            <a:spAutoFit/>
          </a:bodyPr>
          <a:lstStyle/>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介绍</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优化目标</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4.3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全布布局</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4.3.1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最小割布局</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4.3.2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解析布局</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4.3.3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模拟退火</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4.3.4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现代布局算法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4.4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合法化和详细布局</a:t>
            </a:r>
          </a:p>
        </p:txBody>
      </p:sp>
      <p:sp>
        <p:nvSpPr>
          <p:cNvPr id="3" name="矩形 2">
            <a:extLst>
              <a:ext uri="{FF2B5EF4-FFF2-40B4-BE49-F238E27FC236}">
                <a16:creationId xmlns:a16="http://schemas.microsoft.com/office/drawing/2014/main" id="{A4AFB9EB-792F-40F0-9C5D-27B477DE4FAE}"/>
              </a:ext>
            </a:extLst>
          </p:cNvPr>
          <p:cNvSpPr/>
          <p:nvPr/>
        </p:nvSpPr>
        <p:spPr>
          <a:xfrm>
            <a:off x="183081" y="1428253"/>
            <a:ext cx="4121641" cy="646331"/>
          </a:xfrm>
          <a:prstGeom prst="rect">
            <a:avLst/>
          </a:prstGeom>
        </p:spPr>
        <p:txBody>
          <a:bodyPr wrap="none">
            <a:spAutoFit/>
          </a:bodyPr>
          <a:lstStyle/>
          <a:p>
            <a:r>
              <a:rPr lang="en-US" altLang="zh-CN" sz="3600" b="1" kern="10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3600" b="1" kern="100" dirty="0">
                <a:latin typeface="Times New Roman" panose="02020603050405020304" pitchFamily="18" charset="0"/>
                <a:ea typeface="楷体" panose="02010609060101010101" pitchFamily="49" charset="-122"/>
                <a:cs typeface="Times New Roman" panose="02020603050405020304" pitchFamily="18" charset="0"/>
              </a:rPr>
              <a:t>、全局和详细布局</a:t>
            </a:r>
            <a:endParaRPr lang="zh-CN" altLang="en-US" sz="2000" b="1" dirty="0"/>
          </a:p>
        </p:txBody>
      </p:sp>
    </p:spTree>
    <p:extLst>
      <p:ext uri="{BB962C8B-B14F-4D97-AF65-F5344CB8AC3E}">
        <p14:creationId xmlns:p14="http://schemas.microsoft.com/office/powerpoint/2010/main" val="283495269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9</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文本框 8">
            <a:extLst>
              <a:ext uri="{FF2B5EF4-FFF2-40B4-BE49-F238E27FC236}">
                <a16:creationId xmlns:a16="http://schemas.microsoft.com/office/drawing/2014/main" id="{0E5EFE1F-14DF-45F6-B5FC-08C9979862C8}"/>
              </a:ext>
            </a:extLst>
          </p:cNvPr>
          <p:cNvSpPr txBox="1"/>
          <p:nvPr/>
        </p:nvSpPr>
        <p:spPr>
          <a:xfrm>
            <a:off x="152400" y="846839"/>
            <a:ext cx="5172113" cy="584775"/>
          </a:xfrm>
          <a:prstGeom prst="rect">
            <a:avLst/>
          </a:prstGeom>
          <a:noFill/>
        </p:spPr>
        <p:txBody>
          <a:bodyPr wrap="square">
            <a:spAutoFit/>
          </a:bodyPr>
          <a:lstStyle/>
          <a:p>
            <a:r>
              <a:rPr lang="zh-CN" altLang="en-US" sz="3200" b="1" dirty="0">
                <a:ea typeface="Hei" pitchFamily="2" charset="-122"/>
              </a:rPr>
              <a:t>课程教学内容</a:t>
            </a:r>
          </a:p>
        </p:txBody>
      </p:sp>
      <p:sp>
        <p:nvSpPr>
          <p:cNvPr id="2" name="矩形 1">
            <a:extLst>
              <a:ext uri="{FF2B5EF4-FFF2-40B4-BE49-F238E27FC236}">
                <a16:creationId xmlns:a16="http://schemas.microsoft.com/office/drawing/2014/main" id="{D7D1E643-4DBE-43FD-A774-1FA18FC4FD08}"/>
              </a:ext>
            </a:extLst>
          </p:cNvPr>
          <p:cNvSpPr/>
          <p:nvPr/>
        </p:nvSpPr>
        <p:spPr>
          <a:xfrm>
            <a:off x="260995" y="2013028"/>
            <a:ext cx="8064896" cy="4401205"/>
          </a:xfrm>
          <a:prstGeom prst="rect">
            <a:avLst/>
          </a:prstGeom>
        </p:spPr>
        <p:txBody>
          <a:bodyPr wrap="square">
            <a:spAutoFit/>
          </a:bodyPr>
          <a:lstStyle/>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介绍</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术语和定义</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5.3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优化目标</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布线区域的表示</a:t>
            </a: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5.5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总体布线流程</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5.6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单网布线</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直线布线和连通图中的总体布线</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用</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Dijkstra</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算法和</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算法找最短路径</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5.7</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全网表布线</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5.8</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现代总体布线</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800" kern="1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A4AFB9EB-792F-40F0-9C5D-27B477DE4FAE}"/>
              </a:ext>
            </a:extLst>
          </p:cNvPr>
          <p:cNvSpPr/>
          <p:nvPr/>
        </p:nvSpPr>
        <p:spPr>
          <a:xfrm>
            <a:off x="183081" y="1428253"/>
            <a:ext cx="2731838" cy="646331"/>
          </a:xfrm>
          <a:prstGeom prst="rect">
            <a:avLst/>
          </a:prstGeom>
        </p:spPr>
        <p:txBody>
          <a:bodyPr wrap="none">
            <a:spAutoFit/>
          </a:bodyPr>
          <a:lstStyle/>
          <a:p>
            <a:r>
              <a:rPr lang="en-US" altLang="zh-CN" sz="3600" b="1" kern="100"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3600" b="1" kern="100" dirty="0">
                <a:latin typeface="Times New Roman" panose="02020603050405020304" pitchFamily="18" charset="0"/>
                <a:ea typeface="楷体" panose="02010609060101010101" pitchFamily="49" charset="-122"/>
                <a:cs typeface="Times New Roman" panose="02020603050405020304" pitchFamily="18" charset="0"/>
              </a:rPr>
              <a:t>、总体布线</a:t>
            </a:r>
            <a:endParaRPr lang="zh-CN" altLang="en-US" sz="2000" b="1" dirty="0"/>
          </a:p>
        </p:txBody>
      </p:sp>
    </p:spTree>
    <p:extLst>
      <p:ext uri="{BB962C8B-B14F-4D97-AF65-F5344CB8AC3E}">
        <p14:creationId xmlns:p14="http://schemas.microsoft.com/office/powerpoint/2010/main" val="84691931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10</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9" name="文本框 8">
            <a:extLst>
              <a:ext uri="{FF2B5EF4-FFF2-40B4-BE49-F238E27FC236}">
                <a16:creationId xmlns:a16="http://schemas.microsoft.com/office/drawing/2014/main" id="{0E5EFE1F-14DF-45F6-B5FC-08C9979862C8}"/>
              </a:ext>
            </a:extLst>
          </p:cNvPr>
          <p:cNvSpPr txBox="1"/>
          <p:nvPr/>
        </p:nvSpPr>
        <p:spPr>
          <a:xfrm>
            <a:off x="152400" y="846839"/>
            <a:ext cx="5172113" cy="584775"/>
          </a:xfrm>
          <a:prstGeom prst="rect">
            <a:avLst/>
          </a:prstGeom>
          <a:noFill/>
        </p:spPr>
        <p:txBody>
          <a:bodyPr wrap="square">
            <a:spAutoFit/>
          </a:bodyPr>
          <a:lstStyle/>
          <a:p>
            <a:r>
              <a:rPr lang="zh-CN" altLang="en-US" sz="3200" b="1" dirty="0">
                <a:ea typeface="Hei" pitchFamily="2" charset="-122"/>
              </a:rPr>
              <a:t>课程教学内容</a:t>
            </a:r>
          </a:p>
        </p:txBody>
      </p:sp>
      <p:sp>
        <p:nvSpPr>
          <p:cNvPr id="2" name="矩形 1">
            <a:extLst>
              <a:ext uri="{FF2B5EF4-FFF2-40B4-BE49-F238E27FC236}">
                <a16:creationId xmlns:a16="http://schemas.microsoft.com/office/drawing/2014/main" id="{D7D1E643-4DBE-43FD-A774-1FA18FC4FD08}"/>
              </a:ext>
            </a:extLst>
          </p:cNvPr>
          <p:cNvSpPr/>
          <p:nvPr/>
        </p:nvSpPr>
        <p:spPr>
          <a:xfrm>
            <a:off x="260995" y="2013028"/>
            <a:ext cx="8064896" cy="4401205"/>
          </a:xfrm>
          <a:prstGeom prst="rect">
            <a:avLst/>
          </a:prstGeom>
        </p:spPr>
        <p:txBody>
          <a:bodyPr wrap="square">
            <a:spAutoFit/>
          </a:bodyPr>
          <a:lstStyle/>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6.1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术语</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6.2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水平和垂直约束图</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水平约束图和垂直约束图</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6.3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通道布线算法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左边算法和狗腿算法</a:t>
            </a: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6.4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开关盒布线</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术语和开关盒布线算法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6.5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单元上布线算法</a:t>
            </a:r>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a:t>
            </a: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	-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单元上布线方法和单元上布线算法</a:t>
            </a:r>
            <a:endParaRPr lang="en-US" altLang="zh-CN" sz="2800" kern="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800" kern="100" dirty="0">
                <a:latin typeface="Times New Roman" panose="02020603050405020304" pitchFamily="18" charset="0"/>
                <a:ea typeface="楷体" panose="02010609060101010101" pitchFamily="49" charset="-122"/>
                <a:cs typeface="Times New Roman" panose="02020603050405020304" pitchFamily="18" charset="0"/>
              </a:rPr>
              <a:t>6.6 </a:t>
            </a:r>
            <a:r>
              <a:rPr lang="zh-CN" altLang="en-US" sz="2800" kern="100" dirty="0">
                <a:latin typeface="Times New Roman" panose="02020603050405020304" pitchFamily="18" charset="0"/>
                <a:ea typeface="楷体" panose="02010609060101010101" pitchFamily="49" charset="-122"/>
                <a:cs typeface="Times New Roman" panose="02020603050405020304" pitchFamily="18" charset="0"/>
              </a:rPr>
              <a:t>详细布线的现代挑战</a:t>
            </a:r>
          </a:p>
        </p:txBody>
      </p:sp>
      <p:sp>
        <p:nvSpPr>
          <p:cNvPr id="3" name="矩形 2">
            <a:extLst>
              <a:ext uri="{FF2B5EF4-FFF2-40B4-BE49-F238E27FC236}">
                <a16:creationId xmlns:a16="http://schemas.microsoft.com/office/drawing/2014/main" id="{A4AFB9EB-792F-40F0-9C5D-27B477DE4FAE}"/>
              </a:ext>
            </a:extLst>
          </p:cNvPr>
          <p:cNvSpPr/>
          <p:nvPr/>
        </p:nvSpPr>
        <p:spPr>
          <a:xfrm>
            <a:off x="183081" y="1428253"/>
            <a:ext cx="2731838" cy="646331"/>
          </a:xfrm>
          <a:prstGeom prst="rect">
            <a:avLst/>
          </a:prstGeom>
        </p:spPr>
        <p:txBody>
          <a:bodyPr wrap="none">
            <a:spAutoFit/>
          </a:bodyPr>
          <a:lstStyle/>
          <a:p>
            <a:r>
              <a:rPr lang="en-US" altLang="zh-CN" sz="3600" b="1" kern="100" dirty="0">
                <a:latin typeface="Times New Roman" panose="02020603050405020304" pitchFamily="18" charset="0"/>
                <a:ea typeface="楷体" panose="02010609060101010101" pitchFamily="49" charset="-122"/>
                <a:cs typeface="Times New Roman" panose="02020603050405020304" pitchFamily="18" charset="0"/>
              </a:rPr>
              <a:t>6</a:t>
            </a:r>
            <a:r>
              <a:rPr lang="zh-CN" altLang="en-US" sz="3600" b="1" kern="100" dirty="0">
                <a:latin typeface="Times New Roman" panose="02020603050405020304" pitchFamily="18" charset="0"/>
                <a:ea typeface="楷体" panose="02010609060101010101" pitchFamily="49" charset="-122"/>
                <a:cs typeface="Times New Roman" panose="02020603050405020304" pitchFamily="18" charset="0"/>
              </a:rPr>
              <a:t>、详细布线</a:t>
            </a:r>
            <a:endParaRPr lang="zh-CN" altLang="en-US" sz="2000" b="1" dirty="0"/>
          </a:p>
        </p:txBody>
      </p:sp>
    </p:spTree>
    <p:extLst>
      <p:ext uri="{BB962C8B-B14F-4D97-AF65-F5344CB8AC3E}">
        <p14:creationId xmlns:p14="http://schemas.microsoft.com/office/powerpoint/2010/main" val="7868686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11</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8" name="矩形 7">
            <a:extLst>
              <a:ext uri="{FF2B5EF4-FFF2-40B4-BE49-F238E27FC236}">
                <a16:creationId xmlns:a16="http://schemas.microsoft.com/office/drawing/2014/main" id="{B7011999-6A42-4ACC-B7B1-48F1DD1DBDEC}"/>
              </a:ext>
            </a:extLst>
          </p:cNvPr>
          <p:cNvSpPr/>
          <p:nvPr/>
        </p:nvSpPr>
        <p:spPr>
          <a:xfrm>
            <a:off x="130648" y="1945426"/>
            <a:ext cx="5233440" cy="4832092"/>
          </a:xfrm>
          <a:prstGeom prst="rect">
            <a:avLst/>
          </a:prstGeom>
        </p:spPr>
        <p:txBody>
          <a:bodyPr wrap="square">
            <a:spAutoFit/>
          </a:bodyPr>
          <a:lstStyle/>
          <a:p>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本人分别于</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2015</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年和</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2019</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年</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中国电子科技大学获得电子工程学士学位和电子与通信工程硕士学位。</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并于</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2019</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年前往澳大利亚</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悉尼科技大学软件学院</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攻读</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博士学位，</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于</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2023</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年获得</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工程与信息技术</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方向的博士学位</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。现在为中国电子科技大学信息与软件工程学院讲师，研究方向包括信息安全、隐私保护、人工智能和社交网络。</a:t>
            </a:r>
          </a:p>
        </p:txBody>
      </p:sp>
      <p:sp>
        <p:nvSpPr>
          <p:cNvPr id="10" name="文本框 9">
            <a:extLst>
              <a:ext uri="{FF2B5EF4-FFF2-40B4-BE49-F238E27FC236}">
                <a16:creationId xmlns:a16="http://schemas.microsoft.com/office/drawing/2014/main" id="{610F0849-539B-4666-9502-49D9F698210F}"/>
              </a:ext>
            </a:extLst>
          </p:cNvPr>
          <p:cNvSpPr txBox="1"/>
          <p:nvPr/>
        </p:nvSpPr>
        <p:spPr>
          <a:xfrm>
            <a:off x="251520" y="1285173"/>
            <a:ext cx="6244962" cy="584775"/>
          </a:xfrm>
          <a:prstGeom prst="rect">
            <a:avLst/>
          </a:prstGeom>
          <a:noFill/>
        </p:spPr>
        <p:txBody>
          <a:bodyPr wrap="square">
            <a:spAutoFit/>
          </a:bodyPr>
          <a:lstStyle/>
          <a:p>
            <a:r>
              <a:rPr lang="zh-CN" altLang="en-US" sz="3200" b="1" dirty="0">
                <a:ea typeface="Hei" pitchFamily="2" charset="-122"/>
              </a:rPr>
              <a:t>个人简介</a:t>
            </a:r>
          </a:p>
        </p:txBody>
      </p:sp>
      <p:pic>
        <p:nvPicPr>
          <p:cNvPr id="11" name="图片 10" descr="C:\Users\alxe2\Documents\WeChat Files\wxid_9038150380813\FileStorage\Temp\67ce51b1ce0943452aeae64062e5c1c.jpg">
            <a:extLst>
              <a:ext uri="{FF2B5EF4-FFF2-40B4-BE49-F238E27FC236}">
                <a16:creationId xmlns:a16="http://schemas.microsoft.com/office/drawing/2014/main" id="{BBF4D2F0-D24A-4E16-9778-5D44CDE3C56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2060848"/>
            <a:ext cx="3456384" cy="2143951"/>
          </a:xfrm>
          <a:prstGeom prst="rect">
            <a:avLst/>
          </a:prstGeom>
          <a:noFill/>
          <a:ln>
            <a:noFill/>
          </a:ln>
        </p:spPr>
      </p:pic>
    </p:spTree>
    <p:extLst>
      <p:ext uri="{BB962C8B-B14F-4D97-AF65-F5344CB8AC3E}">
        <p14:creationId xmlns:p14="http://schemas.microsoft.com/office/powerpoint/2010/main" val="205432327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12</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13" name="矩形 12">
            <a:extLst>
              <a:ext uri="{FF2B5EF4-FFF2-40B4-BE49-F238E27FC236}">
                <a16:creationId xmlns:a16="http://schemas.microsoft.com/office/drawing/2014/main" id="{114A018A-FB6F-4E1D-9C7B-6312A2DEDE37}"/>
              </a:ext>
            </a:extLst>
          </p:cNvPr>
          <p:cNvSpPr/>
          <p:nvPr/>
        </p:nvSpPr>
        <p:spPr>
          <a:xfrm>
            <a:off x="121517" y="1704528"/>
            <a:ext cx="4810523" cy="3970318"/>
          </a:xfrm>
          <a:prstGeom prst="rect">
            <a:avLst/>
          </a:prstGeom>
        </p:spPr>
        <p:txBody>
          <a:bodyPr wrap="square">
            <a:spAutoFit/>
          </a:bodyPr>
          <a:lstStyle/>
          <a:p>
            <a:pPr algn="just"/>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电子科技大学智能协同计算技术国家级重点实验室是由国家机关布局建设的新型科研机构。实验室聚焦国家重大战略需求，承担国家重大科技任务，旨在打造智能协同计算技术领域的科技创新特区和开放协作平台，建成智能协同计算技术领域的国家战略科技力量。</a:t>
            </a:r>
            <a:endParaRPr lang="zh-CN" altLang="zh-CN" sz="28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E2A89929-80FB-46CB-AB9F-64249DF07A6F}"/>
              </a:ext>
            </a:extLst>
          </p:cNvPr>
          <p:cNvSpPr txBox="1"/>
          <p:nvPr/>
        </p:nvSpPr>
        <p:spPr>
          <a:xfrm>
            <a:off x="179512" y="1081659"/>
            <a:ext cx="6635444" cy="584775"/>
          </a:xfrm>
          <a:prstGeom prst="rect">
            <a:avLst/>
          </a:prstGeom>
          <a:noFill/>
        </p:spPr>
        <p:txBody>
          <a:bodyPr wrap="square">
            <a:spAutoFit/>
          </a:bodyPr>
          <a:lstStyle/>
          <a:p>
            <a:r>
              <a:rPr lang="zh-CN" altLang="en-US" sz="3200" b="1" dirty="0">
                <a:ea typeface="Hei" pitchFamily="2" charset="-122"/>
              </a:rPr>
              <a:t>实验室简介</a:t>
            </a:r>
          </a:p>
        </p:txBody>
      </p:sp>
      <p:pic>
        <p:nvPicPr>
          <p:cNvPr id="15" name="Picture 2" descr="https://imagepphcloud.thepaper.cn/pph/image/268/751/659.jpg">
            <a:extLst>
              <a:ext uri="{FF2B5EF4-FFF2-40B4-BE49-F238E27FC236}">
                <a16:creationId xmlns:a16="http://schemas.microsoft.com/office/drawing/2014/main" id="{442929C7-04E3-4A89-B8A3-054B0C21BF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76" y="1666434"/>
            <a:ext cx="4450935" cy="3039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38951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Foliennummernplatzhalter 3"/>
          <p:cNvSpPr>
            <a:spLocks noGrp="1"/>
          </p:cNvSpPr>
          <p:nvPr>
            <p:ph type="sldNum" sz="quarter" idx="10"/>
          </p:nvPr>
        </p:nvSpPr>
        <p:spPr>
          <a:noFill/>
        </p:spPr>
        <p:txBody>
          <a:bodyPr/>
          <a:lstStyle>
            <a:lvl1pPr algn="ctr" defTabSz="1019175">
              <a:defRPr sz="1700">
                <a:solidFill>
                  <a:schemeClr val="tx1"/>
                </a:solidFill>
                <a:latin typeface="Arial" panose="020B0604020202020204" pitchFamily="34" charset="0"/>
              </a:defRPr>
            </a:lvl1pPr>
            <a:lvl2pPr marL="742950" indent="-285750" algn="ctr" defTabSz="1019175">
              <a:defRPr sz="1700">
                <a:solidFill>
                  <a:schemeClr val="tx1"/>
                </a:solidFill>
                <a:latin typeface="Arial" panose="020B0604020202020204" pitchFamily="34" charset="0"/>
              </a:defRPr>
            </a:lvl2pPr>
            <a:lvl3pPr marL="1143000" indent="-228600" algn="ctr" defTabSz="1019175">
              <a:defRPr sz="1700">
                <a:solidFill>
                  <a:schemeClr val="tx1"/>
                </a:solidFill>
                <a:latin typeface="Arial" panose="020B0604020202020204" pitchFamily="34" charset="0"/>
              </a:defRPr>
            </a:lvl3pPr>
            <a:lvl4pPr marL="1600200" indent="-228600" algn="ctr" defTabSz="1019175">
              <a:defRPr sz="1700">
                <a:solidFill>
                  <a:schemeClr val="tx1"/>
                </a:solidFill>
                <a:latin typeface="Arial" panose="020B0604020202020204" pitchFamily="34" charset="0"/>
              </a:defRPr>
            </a:lvl4pPr>
            <a:lvl5pPr marL="2057400" indent="-228600" algn="ctr" defTabSz="1019175">
              <a:defRPr sz="1700">
                <a:solidFill>
                  <a:schemeClr val="tx1"/>
                </a:solidFill>
                <a:latin typeface="Arial" panose="020B0604020202020204" pitchFamily="34" charset="0"/>
              </a:defRPr>
            </a:lvl5pPr>
            <a:lvl6pPr marL="2514600" indent="-228600" algn="ctr" defTabSz="1019175" eaLnBrk="0" fontAlgn="base" hangingPunct="0">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spcBef>
                <a:spcPct val="0"/>
              </a:spcBef>
              <a:spcAft>
                <a:spcPct val="0"/>
              </a:spcAft>
              <a:defRPr sz="1700">
                <a:solidFill>
                  <a:schemeClr val="tx1"/>
                </a:solidFill>
                <a:latin typeface="Arial" panose="020B0604020202020204" pitchFamily="34" charset="0"/>
              </a:defRPr>
            </a:lvl9pPr>
          </a:lstStyle>
          <a:p>
            <a:pPr algn="r"/>
            <a:fld id="{7FC7BD47-2096-418C-B055-A8C63F008223}" type="slidenum">
              <a:rPr lang="en-US" altLang="de-DE" sz="1000">
                <a:solidFill>
                  <a:srgbClr val="C0C0C0"/>
                </a:solidFill>
              </a:rPr>
              <a:pPr algn="r"/>
              <a:t>13</a:t>
            </a:fld>
            <a:endParaRPr lang="en-US" altLang="de-DE" sz="1000">
              <a:solidFill>
                <a:srgbClr val="C0C0C0"/>
              </a:solidFill>
            </a:endParaRPr>
          </a:p>
        </p:txBody>
      </p:sp>
      <p:sp>
        <p:nvSpPr>
          <p:cNvPr id="4099" name="Rectangle 2"/>
          <p:cNvSpPr>
            <a:spLocks noGrp="1" noChangeArrowheads="1"/>
          </p:cNvSpPr>
          <p:nvPr>
            <p:ph type="title"/>
          </p:nvPr>
        </p:nvSpPr>
        <p:spPr/>
        <p:txBody>
          <a:bodyPr/>
          <a:lstStyle/>
          <a:p>
            <a:r>
              <a:rPr lang="en-US" altLang="zh-CN" dirty="0">
                <a:ea typeface="宋体" panose="02010600030101010101" pitchFamily="2" charset="-122"/>
              </a:rPr>
              <a:t>Course  Overview</a:t>
            </a:r>
          </a:p>
        </p:txBody>
      </p:sp>
      <p:sp>
        <p:nvSpPr>
          <p:cNvPr id="7" name="文本框 6">
            <a:extLst>
              <a:ext uri="{FF2B5EF4-FFF2-40B4-BE49-F238E27FC236}">
                <a16:creationId xmlns:a16="http://schemas.microsoft.com/office/drawing/2014/main" id="{74DED586-13FE-4EB1-A3E9-7017B159D79D}"/>
              </a:ext>
            </a:extLst>
          </p:cNvPr>
          <p:cNvSpPr txBox="1"/>
          <p:nvPr/>
        </p:nvSpPr>
        <p:spPr>
          <a:xfrm>
            <a:off x="107504" y="928475"/>
            <a:ext cx="6635444" cy="584775"/>
          </a:xfrm>
          <a:prstGeom prst="rect">
            <a:avLst/>
          </a:prstGeom>
          <a:noFill/>
        </p:spPr>
        <p:txBody>
          <a:bodyPr wrap="square">
            <a:spAutoFit/>
          </a:bodyPr>
          <a:lstStyle/>
          <a:p>
            <a:r>
              <a:rPr lang="zh-CN" altLang="en-US" sz="3200" b="1" dirty="0">
                <a:ea typeface="Hei" pitchFamily="2" charset="-122"/>
              </a:rPr>
              <a:t>实验室简介</a:t>
            </a:r>
          </a:p>
        </p:txBody>
      </p:sp>
      <p:pic>
        <p:nvPicPr>
          <p:cNvPr id="8" name="Picture 4" descr="https://imagepphcloud.thepaper.cn/pph/image/268/751/660.jpg">
            <a:extLst>
              <a:ext uri="{FF2B5EF4-FFF2-40B4-BE49-F238E27FC236}">
                <a16:creationId xmlns:a16="http://schemas.microsoft.com/office/drawing/2014/main" id="{0E3DF193-6057-4C5E-8C1E-157B6DD2B5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1536490"/>
            <a:ext cx="4789332" cy="268291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0064D1C3-4D21-4599-A936-3E7D43A6DFD7}"/>
              </a:ext>
            </a:extLst>
          </p:cNvPr>
          <p:cNvSpPr/>
          <p:nvPr/>
        </p:nvSpPr>
        <p:spPr>
          <a:xfrm>
            <a:off x="-7576" y="1536490"/>
            <a:ext cx="5155640" cy="4832092"/>
          </a:xfrm>
          <a:prstGeom prst="rect">
            <a:avLst/>
          </a:prstGeom>
        </p:spPr>
        <p:txBody>
          <a:bodyPr wrap="square">
            <a:spAutoFit/>
          </a:bodyPr>
          <a:lstStyle/>
          <a:p>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实验室成立了由 </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7 </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位院士为带头人的学术委员会，组建了以</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21</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名国家级人才领衔，共</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122</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名多学科交叉人才的专职科研队伍。实验室拥有世界一流的科研条件，在核心技术领域已经建成国家级科研平台</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个，已获得国家科学技术进步奖特等奖、国家科学技术进步奖一等奖、国家技术发明奖二等奖等国家级奖项 </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7 </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项。</a:t>
            </a:r>
          </a:p>
        </p:txBody>
      </p:sp>
    </p:spTree>
    <p:extLst>
      <p:ext uri="{BB962C8B-B14F-4D97-AF65-F5344CB8AC3E}">
        <p14:creationId xmlns:p14="http://schemas.microsoft.com/office/powerpoint/2010/main" val="2468308280"/>
      </p:ext>
    </p:extLst>
  </p:cSld>
  <p:clrMapOvr>
    <a:masterClrMapping/>
  </p:clrMapOvr>
  <p:transition/>
</p:sld>
</file>

<file path=ppt/theme/theme1.xml><?xml version="1.0" encoding="utf-8"?>
<a:theme xmlns:a="http://schemas.openxmlformats.org/drawingml/2006/main" name="Präsentation Springer">
  <a:themeElements>
    <a:clrScheme name="">
      <a:dk1>
        <a:srgbClr val="000000"/>
      </a:dk1>
      <a:lt1>
        <a:srgbClr val="FFFFFF"/>
      </a:lt1>
      <a:dk2>
        <a:srgbClr val="FFFFFF"/>
      </a:dk2>
      <a:lt2>
        <a:srgbClr val="FFFFFF"/>
      </a:lt2>
      <a:accent1>
        <a:srgbClr val="7D95CA"/>
      </a:accent1>
      <a:accent2>
        <a:srgbClr val="1860AB"/>
      </a:accent2>
      <a:accent3>
        <a:srgbClr val="FFFFFF"/>
      </a:accent3>
      <a:accent4>
        <a:srgbClr val="000000"/>
      </a:accent4>
      <a:accent5>
        <a:srgbClr val="BFC8E1"/>
      </a:accent5>
      <a:accent6>
        <a:srgbClr val="15569B"/>
      </a:accent6>
      <a:hlink>
        <a:srgbClr val="4E80BA"/>
      </a:hlink>
      <a:folHlink>
        <a:srgbClr val="7D95CA"/>
      </a:folHlink>
    </a:clrScheme>
    <a:fontScheme name="Präsentation Spring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87281" tIns="43641" rIns="87281" bIns="43641" numCol="1" anchor="t" anchorCtr="0" compatLnSpc="1">
        <a:prstTxWarp prst="textNoShape">
          <a:avLst/>
        </a:prstTxWarp>
      </a:bodyPr>
      <a:lstStyle>
        <a:defPPr marL="0" marR="0" indent="0" algn="ctr" defTabSz="898525" rtl="0" eaLnBrk="0" fontAlgn="base" latinLnBrk="0" hangingPunct="0">
          <a:lnSpc>
            <a:spcPct val="100000"/>
          </a:lnSpc>
          <a:spcBef>
            <a:spcPct val="0"/>
          </a:spcBef>
          <a:spcAft>
            <a:spcPct val="0"/>
          </a:spcAft>
          <a:buClrTx/>
          <a:buSzTx/>
          <a:buFontTx/>
          <a:buNone/>
          <a:tabLst/>
          <a:defRPr kumimoji="0" lang="en-US" altLang="de-DE" sz="17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87281" tIns="43641" rIns="87281" bIns="43641" numCol="1" anchor="t" anchorCtr="0" compatLnSpc="1">
        <a:prstTxWarp prst="textNoShape">
          <a:avLst/>
        </a:prstTxWarp>
      </a:bodyPr>
      <a:lstStyle>
        <a:defPPr marL="0" marR="0" indent="0" algn="ctr" defTabSz="898525" rtl="0" eaLnBrk="0" fontAlgn="base" latinLnBrk="0" hangingPunct="0">
          <a:lnSpc>
            <a:spcPct val="100000"/>
          </a:lnSpc>
          <a:spcBef>
            <a:spcPct val="0"/>
          </a:spcBef>
          <a:spcAft>
            <a:spcPct val="0"/>
          </a:spcAft>
          <a:buClrTx/>
          <a:buSzTx/>
          <a:buFontTx/>
          <a:buNone/>
          <a:tabLst/>
          <a:defRPr kumimoji="0" lang="en-US" altLang="de-DE" sz="17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räsentation Springer 1">
        <a:dk1>
          <a:srgbClr val="000000"/>
        </a:dk1>
        <a:lt1>
          <a:srgbClr val="FFFFFF"/>
        </a:lt1>
        <a:dk2>
          <a:srgbClr val="104781"/>
        </a:dk2>
        <a:lt2>
          <a:srgbClr val="073668"/>
        </a:lt2>
        <a:accent1>
          <a:srgbClr val="18589C"/>
        </a:accent1>
        <a:accent2>
          <a:srgbClr val="2269B5"/>
        </a:accent2>
        <a:accent3>
          <a:srgbClr val="FFFFFF"/>
        </a:accent3>
        <a:accent4>
          <a:srgbClr val="000000"/>
        </a:accent4>
        <a:accent5>
          <a:srgbClr val="ABB4CB"/>
        </a:accent5>
        <a:accent6>
          <a:srgbClr val="1E5EA4"/>
        </a:accent6>
        <a:hlink>
          <a:srgbClr val="7D95CA"/>
        </a:hlink>
        <a:folHlink>
          <a:srgbClr val="EF261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590</Words>
  <Application>Microsoft Office PowerPoint</Application>
  <PresentationFormat>全屏显示(4:3)</PresentationFormat>
  <Paragraphs>128</Paragraphs>
  <Slides>13</Slides>
  <Notes>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23" baseType="lpstr">
      <vt:lpstr>Hei</vt:lpstr>
      <vt:lpstr>等线</vt:lpstr>
      <vt:lpstr>楷体</vt:lpstr>
      <vt:lpstr>宋体</vt:lpstr>
      <vt:lpstr>Arial</vt:lpstr>
      <vt:lpstr>Symbol</vt:lpstr>
      <vt:lpstr>Times</vt:lpstr>
      <vt:lpstr>Times New Roman</vt:lpstr>
      <vt:lpstr>Präsentation Springer</vt:lpstr>
      <vt:lpstr>Photo Editor-Foto</vt:lpstr>
      <vt:lpstr>PowerPoint 演示文稿</vt:lpstr>
      <vt:lpstr>Course  Overview</vt:lpstr>
      <vt:lpstr>Course  Overview</vt:lpstr>
      <vt:lpstr>Course  Overview</vt:lpstr>
      <vt:lpstr>Course  Overview</vt:lpstr>
      <vt:lpstr>Course  Overview</vt:lpstr>
      <vt:lpstr>Course  Overview</vt:lpstr>
      <vt:lpstr>Course  Overview</vt:lpstr>
      <vt:lpstr>Course  Overview</vt:lpstr>
      <vt:lpstr>Course  Overview</vt:lpstr>
      <vt:lpstr>Course  Overview</vt:lpstr>
      <vt:lpstr>Course  Overview</vt:lpstr>
      <vt:lpstr>Course  Overview</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VLSI Physical Design, Springer Verlag</dc:title>
  <dc:subject>Chapter 1 -- Introduction</dc:subject>
  <dc:creator/>
  <dc:description>Some Images (c) 2011 Springer Verlag</dc:description>
  <cp:lastModifiedBy/>
  <cp:revision>147</cp:revision>
  <dcterms:created xsi:type="dcterms:W3CDTF">2006-01-19T09:34:56Z</dcterms:created>
  <dcterms:modified xsi:type="dcterms:W3CDTF">2025-09-02T03:17:27Z</dcterms:modified>
</cp:coreProperties>
</file>